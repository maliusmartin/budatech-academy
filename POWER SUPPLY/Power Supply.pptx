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7" r:id="rId2"/>
    <p:sldId id="260" r:id="rId3"/>
    <p:sldId id="259" r:id="rId4"/>
    <p:sldId id="258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3" userDrawn="1">
          <p15:clr>
            <a:srgbClr val="A4A3A4"/>
          </p15:clr>
        </p15:guide>
        <p15:guide id="2" pos="390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howGuides="1">
      <p:cViewPr>
        <p:scale>
          <a:sx n="59" d="100"/>
          <a:sy n="59" d="100"/>
        </p:scale>
        <p:origin x="1152" y="102"/>
      </p:cViewPr>
      <p:guideLst>
        <p:guide orient="horz" pos="2183"/>
        <p:guide pos="390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6T22:05:46.54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6T22:06:05.86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6T22:06:05.98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65D3C13-FEB9-4061-BD94-843211166F60}" type="datetimeFigureOut">
              <a:rPr lang="en-US" smtClean="0"/>
              <a:t>3/1/2025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A654586-3753-42B2-9A3D-8185208F13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26764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C7F0D9-5992-5E2C-8AB9-AE6FCB0690B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64D93B4-8B3E-3AC1-3808-3CFBEE71AB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4FAAED-FEC1-FC5C-AC06-03BB6752D9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93F65C-09F2-4B9A-92A3-D7024AC7A7F3}" type="datetimeFigureOut">
              <a:rPr lang="en-US" smtClean="0"/>
              <a:t>3/1/2025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634C17-D2A0-A2B5-09FB-39AE40A58F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484AC8-6367-E10A-F11F-F8208CAE0D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89FC4E-854B-4680-BDBD-5377C45955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06876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3BEBC2-1217-81DC-A729-450F94780C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A4C25B-FCC1-B612-8799-133F87C614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5DBA7B-00CC-388A-08DB-1690EA7DF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93F65C-09F2-4B9A-92A3-D7024AC7A7F3}" type="datetimeFigureOut">
              <a:rPr lang="en-US" smtClean="0"/>
              <a:t>3/1/2025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DAEB3B-E355-2CCD-4FED-F301C27793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0EB99A-5DD5-56FB-06D2-CD42CD2D92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89FC4E-854B-4680-BDBD-5377C45955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20696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31286E-CC9F-F7ED-6F1D-E3E7DBFF6E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06B3CB-DD00-C5A9-0F3F-C68E8FE12F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18DF14-263C-DC34-B4D0-DF7D789807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93F65C-09F2-4B9A-92A3-D7024AC7A7F3}" type="datetimeFigureOut">
              <a:rPr lang="en-US" smtClean="0"/>
              <a:t>3/1/2025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652F45-F983-11DC-3229-AABDC65F1E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A44840-0668-B2E2-3BCD-02DE57826C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89FC4E-854B-4680-BDBD-5377C45955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60282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22C4FD-109F-E6A5-D28D-B850C23BAF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56D793-7833-AE7F-CEB2-F096405E601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0F1DE5C-041A-7D49-F318-E5D761F1C7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D2E443-3967-EA20-56EA-652FC4D347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93F65C-09F2-4B9A-92A3-D7024AC7A7F3}" type="datetimeFigureOut">
              <a:rPr lang="en-US" smtClean="0"/>
              <a:t>3/1/2025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2845C5-F41B-235E-1C10-D09E010F16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8498412-4029-1E70-6F3A-378D6C20AE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89FC4E-854B-4680-BDBD-5377C45955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76982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2B9705-3A55-CE9B-308E-09DE10D522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7249C6-0D8E-380D-3610-E3492C280B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64D9CAF-B7E3-7087-C98D-E29D0724E1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0C781D3-99F1-9D71-8761-6D306A8C087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086B80E-E649-EEAC-642D-0543D4222F0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79817B2-7613-04E8-7F6F-00DD557DB9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93F65C-09F2-4B9A-92A3-D7024AC7A7F3}" type="datetimeFigureOut">
              <a:rPr lang="en-US" smtClean="0"/>
              <a:t>3/1/2025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3125D01-F3BF-8CC0-5E68-168D19D46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CF44316-F33E-F8A7-C2D2-0BA9427293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89FC4E-854B-4680-BDBD-5377C45955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98096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D83DAC-9D47-C22D-9D74-6FCDC8E453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40F8CCC-F265-C5D3-5758-9BC7346A53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93F65C-09F2-4B9A-92A3-D7024AC7A7F3}" type="datetimeFigureOut">
              <a:rPr lang="en-US" smtClean="0"/>
              <a:t>3/1/2025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5C1DBBC-E811-26F0-CF9C-23A4BFDC35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F2BDAF9-BA04-7B65-4C09-3DBB9F3F2A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89FC4E-854B-4680-BDBD-5377C45955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70300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27DB183-DD12-9DBD-7412-7244704EC9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93F65C-09F2-4B9A-92A3-D7024AC7A7F3}" type="datetimeFigureOut">
              <a:rPr lang="en-US" smtClean="0"/>
              <a:t>3/1/2025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F228EA9-CA1F-23F7-BEA2-2330806A02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0A0DAD-6AFD-8836-72DD-D6C57E4A32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89FC4E-854B-4680-BDBD-5377C45955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40170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474C64-554A-6056-1832-5AF2EE1489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315A9B-324A-17BE-18B6-6142A385E3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811E3CD-1096-168A-BD0F-DD0AF29A6D9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1E7830-2B6F-E33B-86D9-CB2D8C67B9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93F65C-09F2-4B9A-92A3-D7024AC7A7F3}" type="datetimeFigureOut">
              <a:rPr lang="en-US" smtClean="0"/>
              <a:t>3/1/2025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21AB46-119E-2967-942A-763F36983C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6FF483C-7566-DACA-A779-C96197D268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89FC4E-854B-4680-BDBD-5377C45955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64285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B31DAE-8D9C-05D6-3D35-C65FFC91AA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B3D3139-6F3E-96F3-0E12-790D664D86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3071143-C01D-776C-7AC3-987467207B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9B62C2-0EEE-7678-4F60-7DA2DA06C4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93F65C-09F2-4B9A-92A3-D7024AC7A7F3}" type="datetimeFigureOut">
              <a:rPr lang="en-US" smtClean="0"/>
              <a:t>3/1/2025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41BB2A-9EF6-2507-AC5C-518F32072B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67EA65-B130-F26C-2628-0C05C1BA66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89FC4E-854B-4680-BDBD-5377C45955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53287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D0C92E-CA2B-B6A5-B85D-D47E8CC2A5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FD588E7-854A-1E63-6CCE-6780710360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1FC377-DE05-5A54-5212-F2E2F74E14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93F65C-09F2-4B9A-92A3-D7024AC7A7F3}" type="datetimeFigureOut">
              <a:rPr lang="en-US" smtClean="0"/>
              <a:t>3/1/2025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C58EDB-BADD-C3D8-AC28-E3874A8E50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D7B0AE-A858-D4CC-9769-8DB0230742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89FC4E-854B-4680-BDBD-5377C45955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41166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44DA701-ACE1-4804-1DEC-6C68D36AA10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05C51C9-A03A-8ECA-97E5-1F28621531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0CF78B-73C9-364E-F719-F4E3341D49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93F65C-09F2-4B9A-92A3-D7024AC7A7F3}" type="datetimeFigureOut">
              <a:rPr lang="en-US" smtClean="0"/>
              <a:t>3/1/2025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3DCF7D-B24C-6CF2-0B55-E3FF40E1CE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83E2D6-0E14-21AD-0F01-BFC9796185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89FC4E-854B-4680-BDBD-5377C45955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04983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951533A-E988-9493-59AE-55DC6FB4EF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1E14E5-2425-50F7-0320-2C4F842C5D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7201BE-95F6-CB08-E67F-5895CF98794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93F65C-09F2-4B9A-92A3-D7024AC7A7F3}" type="datetimeFigureOut">
              <a:rPr lang="en-US" smtClean="0"/>
              <a:t>3/1/2025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4E4A28-24C4-8206-B9DC-87FB7C66FC9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32118E-FAAE-6BBA-9102-D8DC681ED48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89FC4E-854B-4680-BDBD-5377C45955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02284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13" Type="http://schemas.openxmlformats.org/officeDocument/2006/relationships/image" Target="../media/image6.png"/><Relationship Id="rId18" Type="http://schemas.microsoft.com/office/2007/relationships/hdphoto" Target="../media/hdphoto6.wdp"/><Relationship Id="rId3" Type="http://schemas.openxmlformats.org/officeDocument/2006/relationships/image" Target="../media/image1.png"/><Relationship Id="rId7" Type="http://schemas.microsoft.com/office/2007/relationships/hdphoto" Target="../media/hdphoto1.wdp"/><Relationship Id="rId12" Type="http://schemas.openxmlformats.org/officeDocument/2006/relationships/image" Target="../media/image5.png"/><Relationship Id="rId17" Type="http://schemas.openxmlformats.org/officeDocument/2006/relationships/image" Target="../media/image8.png"/><Relationship Id="rId2" Type="http://schemas.openxmlformats.org/officeDocument/2006/relationships/customXml" Target="../ink/ink1.xml"/><Relationship Id="rId16" Type="http://schemas.microsoft.com/office/2007/relationships/hdphoto" Target="../media/hdphoto5.wdp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png"/><Relationship Id="rId11" Type="http://schemas.microsoft.com/office/2007/relationships/hdphoto" Target="../media/hdphoto3.wdp"/><Relationship Id="rId5" Type="http://schemas.openxmlformats.org/officeDocument/2006/relationships/customXml" Target="../ink/ink3.xml"/><Relationship Id="rId15" Type="http://schemas.openxmlformats.org/officeDocument/2006/relationships/image" Target="../media/image7.png"/><Relationship Id="rId10" Type="http://schemas.openxmlformats.org/officeDocument/2006/relationships/image" Target="../media/image4.png"/><Relationship Id="rId19" Type="http://schemas.openxmlformats.org/officeDocument/2006/relationships/image" Target="../media/image9.png"/><Relationship Id="rId4" Type="http://schemas.openxmlformats.org/officeDocument/2006/relationships/customXml" Target="../ink/ink2.xml"/><Relationship Id="rId9" Type="http://schemas.microsoft.com/office/2007/relationships/hdphoto" Target="../media/hdphoto2.wdp"/><Relationship Id="rId14" Type="http://schemas.microsoft.com/office/2007/relationships/hdphoto" Target="../media/hdphoto4.wdp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10" Type="http://schemas.openxmlformats.org/officeDocument/2006/relationships/image" Target="../media/image20.png"/><Relationship Id="rId4" Type="http://schemas.openxmlformats.org/officeDocument/2006/relationships/image" Target="../media/image14.png"/><Relationship Id="rId9" Type="http://schemas.openxmlformats.org/officeDocument/2006/relationships/image" Target="../media/image19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D830F03-60F6-4DE2-FA28-935460B7EEF6}"/>
              </a:ext>
            </a:extLst>
          </p:cNvPr>
          <p:cNvSpPr txBox="1"/>
          <p:nvPr/>
        </p:nvSpPr>
        <p:spPr>
          <a:xfrm>
            <a:off x="3882189" y="176464"/>
            <a:ext cx="396134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Berlin Sans FB" panose="020E0602020502020306" pitchFamily="34" charset="0"/>
              </a:rPr>
              <a:t>LINEAR POWER SUPLLY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0FB42B4-90F4-0346-1D4D-F2AF7EF86050}"/>
              </a:ext>
            </a:extLst>
          </p:cNvPr>
          <p:cNvSpPr/>
          <p:nvPr/>
        </p:nvSpPr>
        <p:spPr>
          <a:xfrm>
            <a:off x="1965159" y="2662990"/>
            <a:ext cx="1371598" cy="1909010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Berlin Sans FB" panose="020E0602020502020306" pitchFamily="34" charset="0"/>
              </a:rPr>
              <a:t>Transformer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754D5F8-4122-CB97-43CA-087CFF66297E}"/>
              </a:ext>
            </a:extLst>
          </p:cNvPr>
          <p:cNvSpPr/>
          <p:nvPr/>
        </p:nvSpPr>
        <p:spPr>
          <a:xfrm>
            <a:off x="4267202" y="2662991"/>
            <a:ext cx="1371598" cy="1909010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Berlin Sans FB" panose="020E0602020502020306" pitchFamily="34" charset="0"/>
              </a:rPr>
              <a:t>Rectifier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8C30663-D250-0324-3651-74C79F42C00B}"/>
              </a:ext>
            </a:extLst>
          </p:cNvPr>
          <p:cNvSpPr/>
          <p:nvPr/>
        </p:nvSpPr>
        <p:spPr>
          <a:xfrm>
            <a:off x="6513100" y="2630906"/>
            <a:ext cx="1371598" cy="1909010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Berlin Sans FB" panose="020E0602020502020306" pitchFamily="34" charset="0"/>
              </a:rPr>
              <a:t>Filter</a:t>
            </a:r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2C8E512-13D2-B5E1-07E6-9D0B3A4DE72F}"/>
              </a:ext>
            </a:extLst>
          </p:cNvPr>
          <p:cNvSpPr/>
          <p:nvPr/>
        </p:nvSpPr>
        <p:spPr>
          <a:xfrm>
            <a:off x="8773975" y="2630906"/>
            <a:ext cx="1371598" cy="1909010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Berlin Sans FB" panose="020E0602020502020306" pitchFamily="34" charset="0"/>
              </a:rPr>
              <a:t>Regulator</a:t>
            </a:r>
            <a:endParaRPr lang="en-US" dirty="0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57B030B2-4FE5-F58E-CC66-791E05C03C8C}"/>
              </a:ext>
            </a:extLst>
          </p:cNvPr>
          <p:cNvCxnSpPr>
            <a:cxnSpLocks/>
            <a:endCxn id="7" idx="1"/>
          </p:cNvCxnSpPr>
          <p:nvPr/>
        </p:nvCxnSpPr>
        <p:spPr>
          <a:xfrm>
            <a:off x="3336757" y="3617495"/>
            <a:ext cx="930445" cy="1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703A5B8A-E89F-17A2-EC4A-9648F66D1436}"/>
              </a:ext>
            </a:extLst>
          </p:cNvPr>
          <p:cNvCxnSpPr>
            <a:cxnSpLocks/>
            <a:stCxn id="7" idx="3"/>
          </p:cNvCxnSpPr>
          <p:nvPr/>
        </p:nvCxnSpPr>
        <p:spPr>
          <a:xfrm flipV="1">
            <a:off x="5638800" y="3617495"/>
            <a:ext cx="894348" cy="1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7C9D5150-32A8-E774-FCCB-2B4EE451F370}"/>
              </a:ext>
            </a:extLst>
          </p:cNvPr>
          <p:cNvCxnSpPr>
            <a:cxnSpLocks/>
            <a:stCxn id="10" idx="3"/>
            <a:endCxn id="11" idx="1"/>
          </p:cNvCxnSpPr>
          <p:nvPr/>
        </p:nvCxnSpPr>
        <p:spPr>
          <a:xfrm>
            <a:off x="7884698" y="3585411"/>
            <a:ext cx="889277" cy="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E1572C7D-9FFF-19E1-DC44-E8B50A4E47AC}"/>
                  </a:ext>
                </a:extLst>
              </p14:cNvPr>
              <p14:cNvContentPartPr/>
              <p14:nvPr/>
            </p14:nvContentPartPr>
            <p14:xfrm>
              <a:off x="13112424" y="5595768"/>
              <a:ext cx="360" cy="360"/>
            </p14:xfrm>
          </p:contentPart>
        </mc:Choice>
        <mc:Fallback xmlns=""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E1572C7D-9FFF-19E1-DC44-E8B50A4E47AC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3106304" y="5589648"/>
                <a:ext cx="12600" cy="12600"/>
              </a:xfrm>
              <a:prstGeom prst="rect">
                <a:avLst/>
              </a:prstGeom>
            </p:spPr>
          </p:pic>
        </mc:Fallback>
      </mc:AlternateContent>
      <p:grpSp>
        <p:nvGrpSpPr>
          <p:cNvPr id="33" name="Group 32">
            <a:extLst>
              <a:ext uri="{FF2B5EF4-FFF2-40B4-BE49-F238E27FC236}">
                <a16:creationId xmlns:a16="http://schemas.microsoft.com/office/drawing/2014/main" id="{915D684F-5CAE-2D0E-A02B-04E8185FEE5B}"/>
              </a:ext>
            </a:extLst>
          </p:cNvPr>
          <p:cNvGrpSpPr/>
          <p:nvPr/>
        </p:nvGrpSpPr>
        <p:grpSpPr>
          <a:xfrm>
            <a:off x="6857784" y="3712248"/>
            <a:ext cx="360" cy="360"/>
            <a:chOff x="6857784" y="3712248"/>
            <a:chExt cx="360" cy="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86D743E3-201F-C38C-42A8-244512BC31F4}"/>
                    </a:ext>
                  </a:extLst>
                </p14:cNvPr>
                <p14:cNvContentPartPr/>
                <p14:nvPr/>
              </p14:nvContentPartPr>
              <p14:xfrm>
                <a:off x="6857784" y="3712248"/>
                <a:ext cx="360" cy="36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86D743E3-201F-C38C-42A8-244512BC31F4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6851664" y="3706128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C3365DEE-2107-CD97-EB9C-1A20B2D82B39}"/>
                    </a:ext>
                  </a:extLst>
                </p14:cNvPr>
                <p14:cNvContentPartPr/>
                <p14:nvPr/>
              </p14:nvContentPartPr>
              <p14:xfrm>
                <a:off x="6857784" y="3712248"/>
                <a:ext cx="360" cy="36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C3365DEE-2107-CD97-EB9C-1A20B2D82B39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6851664" y="3706128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34" name="Rectangle 33">
            <a:extLst>
              <a:ext uri="{FF2B5EF4-FFF2-40B4-BE49-F238E27FC236}">
                <a16:creationId xmlns:a16="http://schemas.microsoft.com/office/drawing/2014/main" id="{98C37D4D-A86C-A4CF-0D11-82A94C0D0FD4}"/>
              </a:ext>
            </a:extLst>
          </p:cNvPr>
          <p:cNvSpPr/>
          <p:nvPr/>
        </p:nvSpPr>
        <p:spPr>
          <a:xfrm>
            <a:off x="10389415" y="4641263"/>
            <a:ext cx="1371598" cy="1909010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Berlin Sans FB" panose="020E0602020502020306" pitchFamily="34" charset="0"/>
              </a:rPr>
              <a:t>Load</a:t>
            </a:r>
            <a:endParaRPr lang="en-US" dirty="0"/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78BDFB7D-4707-D03D-DAC8-8611A122F82E}"/>
              </a:ext>
            </a:extLst>
          </p:cNvPr>
          <p:cNvCxnSpPr>
            <a:cxnSpLocks/>
            <a:stCxn id="11" idx="3"/>
            <a:endCxn id="34" idx="0"/>
          </p:cNvCxnSpPr>
          <p:nvPr/>
        </p:nvCxnSpPr>
        <p:spPr>
          <a:xfrm>
            <a:off x="10145573" y="3585411"/>
            <a:ext cx="929641" cy="1055852"/>
          </a:xfrm>
          <a:prstGeom prst="bentConnector2">
            <a:avLst/>
          </a:prstGeom>
          <a:ln w="762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40" name="Picture 39">
            <a:extLst>
              <a:ext uri="{FF2B5EF4-FFF2-40B4-BE49-F238E27FC236}">
                <a16:creationId xmlns:a16="http://schemas.microsoft.com/office/drawing/2014/main" id="{5786CB15-612F-B55E-9651-B9872976953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9467" b="92899" l="9524" r="89796">
                        <a14:foregroundMark x1="66667" y1="78107" x2="66667" y2="78107"/>
                        <a14:foregroundMark x1="63265" y1="92899" x2="63265" y2="92899"/>
                        <a14:foregroundMark x1="35374" y1="69822" x2="35374" y2="69822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50403" y="2503387"/>
            <a:ext cx="1400370" cy="1609950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C0D41465-BEE8-5118-718D-51482199A7F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9467" b="92899" l="9524" r="89796">
                        <a14:foregroundMark x1="66667" y1="78107" x2="66667" y2="78107"/>
                        <a14:foregroundMark x1="63265" y1="92899" x2="63265" y2="92899"/>
                        <a14:foregroundMark x1="35374" y1="69822" x2="35374" y2="69822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073722" y="1353614"/>
            <a:ext cx="1400370" cy="1609950"/>
          </a:xfrm>
          <a:prstGeom prst="rect">
            <a:avLst/>
          </a:prstGeom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2809AE53-03D7-DA57-4779-C8EBCAEA5D3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9804" b="88235" l="5505" r="89908">
                        <a14:foregroundMark x1="47706" y1="9804" x2="47706" y2="9804"/>
                        <a14:foregroundMark x1="50459" y1="21569" x2="50459" y2="21569"/>
                        <a14:foregroundMark x1="53211" y1="50980" x2="53211" y2="50980"/>
                        <a14:foregroundMark x1="5505" y1="82353" x2="5505" y2="82353"/>
                        <a14:foregroundMark x1="21101" y1="56863" x2="21101" y2="56863"/>
                        <a14:foregroundMark x1="19266" y1="35294" x2="19266" y2="35294"/>
                        <a14:foregroundMark x1="11009" y1="25490" x2="11009" y2="25490"/>
                        <a14:foregroundMark x1="81651" y1="11765" x2="81651" y2="11765"/>
                        <a14:foregroundMark x1="76147" y1="19608" x2="76147" y2="19608"/>
                        <a14:foregroundMark x1="86239" y1="58824" x2="86239" y2="58824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613328" y="2145063"/>
            <a:ext cx="1038370" cy="485843"/>
          </a:xfrm>
          <a:prstGeom prst="rect">
            <a:avLst/>
          </a:prstGeom>
        </p:spPr>
      </p:pic>
      <p:pic>
        <p:nvPicPr>
          <p:cNvPr id="45" name="Picture 44">
            <a:extLst>
              <a:ext uri="{FF2B5EF4-FFF2-40B4-BE49-F238E27FC236}">
                <a16:creationId xmlns:a16="http://schemas.microsoft.com/office/drawing/2014/main" id="{01812CF5-4F31-A2A2-AF92-DD82B12A687A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9091" b="86364" l="2679" r="90179">
                        <a14:foregroundMark x1="8929" y1="22727" x2="8929" y2="22727"/>
                        <a14:foregroundMark x1="3571" y1="36364" x2="3571" y2="36364"/>
                        <a14:foregroundMark x1="74107" y1="22727" x2="74107" y2="22727"/>
                        <a14:foregroundMark x1="85714" y1="40909" x2="85714" y2="40909"/>
                        <a14:foregroundMark x1="90179" y1="50000" x2="90179" y2="5000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843530" y="2298872"/>
            <a:ext cx="1066949" cy="209579"/>
          </a:xfrm>
          <a:prstGeom prst="rect">
            <a:avLst/>
          </a:prstGeom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48BE793A-F50D-E790-D203-80A05146C831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436950" y="2529621"/>
            <a:ext cx="638264" cy="13336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E5C9DDA-01F2-1B75-6FD7-E1DC4449191B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backgroundRemoval t="5769" b="89744" l="2212" r="39968">
                        <a14:foregroundMark x1="19431" y1="57051" x2="19431" y2="57051"/>
                        <a14:foregroundMark x1="24961" y1="47436" x2="24961" y2="47436"/>
                        <a14:foregroundMark x1="23065" y1="46154" x2="23065" y2="46154"/>
                        <a14:foregroundMark x1="21327" y1="48077" x2="21327" y2="48077"/>
                        <a14:foregroundMark x1="2844" y1="6410" x2="2844" y2="6410"/>
                        <a14:foregroundMark x1="2212" y1="84615" x2="2212" y2="84615"/>
                      </a14:backgroundRemoval>
                    </a14:imgEffect>
                  </a14:imgLayer>
                </a14:imgProps>
              </a:ext>
            </a:extLst>
          </a:blip>
          <a:srcRect r="55320"/>
          <a:stretch/>
        </p:blipFill>
        <p:spPr>
          <a:xfrm>
            <a:off x="2144081" y="2799164"/>
            <a:ext cx="1141862" cy="62983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AA9060F-45B6-BEC0-FC8C-86528EC9877C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BEBA8EAE-BF5A-486C-A8C5-ECC9F3942E4B}">
                <a14:imgProps xmlns:a14="http://schemas.microsoft.com/office/drawing/2010/main">
                  <a14:imgLayer r:embed="rId16">
                    <a14:imgEffect>
                      <a14:backgroundRemoval t="5068" b="92568" l="7210" r="91850">
                        <a14:foregroundMark x1="33542" y1="33784" x2="33542" y2="33784"/>
                        <a14:foregroundMark x1="48589" y1="8784" x2="48589" y2="8784"/>
                        <a14:foregroundMark x1="48903" y1="5405" x2="48903" y2="5405"/>
                        <a14:foregroundMark x1="87461" y1="50338" x2="87461" y2="50338"/>
                        <a14:foregroundMark x1="91850" y1="49662" x2="91850" y2="49662"/>
                        <a14:foregroundMark x1="88401" y1="43581" x2="88401" y2="43581"/>
                        <a14:foregroundMark x1="89028" y1="42568" x2="89028" y2="42568"/>
                        <a14:foregroundMark x1="89028" y1="43243" x2="89028" y2="43243"/>
                        <a14:foregroundMark x1="47649" y1="92905" x2="47649" y2="92905"/>
                        <a14:foregroundMark x1="48903" y1="89527" x2="48903" y2="89527"/>
                        <a14:foregroundMark x1="7524" y1="50338" x2="7524" y2="50338"/>
                        <a14:foregroundMark x1="53292" y1="9122" x2="53292" y2="9122"/>
                        <a14:foregroundMark x1="51411" y1="8108" x2="51411" y2="8108"/>
                        <a14:foregroundMark x1="7210" y1="43919" x2="7210" y2="43919"/>
                        <a14:foregroundMark x1="52978" y1="8784" x2="52978" y2="8784"/>
                        <a14:foregroundMark x1="54232" y1="88851" x2="54232" y2="88851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62814" y="2739021"/>
            <a:ext cx="780373" cy="72410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69930214-9B53-E7A8-56A6-817DD5A8F80E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BEBA8EAE-BF5A-486C-A8C5-ECC9F3942E4B}">
                <a14:imgProps xmlns:a14="http://schemas.microsoft.com/office/drawing/2010/main">
                  <a14:imgLayer r:embed="rId18">
                    <a14:imgEffect>
                      <a14:backgroundRemoval t="7345" b="89831" l="3521" r="94718">
                        <a14:foregroundMark x1="4577" y1="70621" x2="4577" y2="70621"/>
                        <a14:foregroundMark x1="8803" y1="75706" x2="8803" y2="75706"/>
                        <a14:foregroundMark x1="11268" y1="81356" x2="11268" y2="81356"/>
                        <a14:foregroundMark x1="14085" y1="77966" x2="14085" y2="77966"/>
                        <a14:foregroundMark x1="84155" y1="75706" x2="84155" y2="75706"/>
                        <a14:foregroundMark x1="87324" y1="80226" x2="87324" y2="80226"/>
                        <a14:foregroundMark x1="91549" y1="77966" x2="91549" y2="77966"/>
                        <a14:foregroundMark x1="85211" y1="73446" x2="85211" y2="73446"/>
                        <a14:foregroundMark x1="95070" y1="50847" x2="95070" y2="50847"/>
                        <a14:foregroundMark x1="48592" y1="7345" x2="48592" y2="7345"/>
                        <a14:foregroundMark x1="38028" y1="59322" x2="38028" y2="59322"/>
                        <a14:foregroundMark x1="28169" y1="59887" x2="28169" y2="59887"/>
                        <a14:foregroundMark x1="75352" y1="60452" x2="75352" y2="60452"/>
                        <a14:foregroundMark x1="10211" y1="72881" x2="10211" y2="72881"/>
                        <a14:foregroundMark x1="11268" y1="71751" x2="11268" y2="71751"/>
                        <a14:foregroundMark x1="10563" y1="79661" x2="10563" y2="79661"/>
                        <a14:foregroundMark x1="13732" y1="76836" x2="13732" y2="7683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80182" y="2689857"/>
            <a:ext cx="1037433" cy="646569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3EF11F74-B4FF-DF05-128E-4EC61B9E2869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84470" y="2630906"/>
            <a:ext cx="1400370" cy="933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12367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DF28282-872A-B503-2B04-CD60A326C9C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75446" y="260684"/>
            <a:ext cx="8423317" cy="6336632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957839A-CD8E-EF82-4A27-2E63F3406E2C}"/>
                  </a:ext>
                </a:extLst>
              </p:cNvPr>
              <p:cNvSpPr txBox="1"/>
              <p:nvPr/>
            </p:nvSpPr>
            <p:spPr>
              <a:xfrm>
                <a:off x="1131973" y="6098653"/>
                <a:ext cx="6988628" cy="49866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𝑆</m:t>
                        </m:r>
                      </m:sub>
                    </m:sSub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𝑆</m:t>
                        </m:r>
                      </m:sub>
                    </m:sSub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>
                            <a:latin typeface="Cambria Math" panose="02040503050406030204" pitchFamily="18" charset="0"/>
                          </a:rPr>
                          <m:t>ⅆ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𝜙</m:t>
                        </m:r>
                      </m:num>
                      <m:den>
                        <m:r>
                          <a:rPr lang="en-US">
                            <a:latin typeface="Cambria Math" panose="02040503050406030204" pitchFamily="18" charset="0"/>
                          </a:rPr>
                          <m:t>ⅆ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</m:oMath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957839A-CD8E-EF82-4A27-2E63F3406E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1973" y="6098653"/>
                <a:ext cx="6988628" cy="498663"/>
              </a:xfrm>
              <a:prstGeom prst="rect">
                <a:avLst/>
              </a:prstGeom>
              <a:blipFill>
                <a:blip r:embed="rId3"/>
                <a:stretch>
                  <a:fillRect b="-24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119514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8AEF644-D917-2CC1-EA43-FCD1F4021CCD}"/>
              </a:ext>
            </a:extLst>
          </p:cNvPr>
          <p:cNvSpPr txBox="1"/>
          <p:nvPr/>
        </p:nvSpPr>
        <p:spPr>
          <a:xfrm>
            <a:off x="4832317" y="158176"/>
            <a:ext cx="260039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Berlin Sans FB" panose="020E0602020502020306" pitchFamily="34" charset="0"/>
              </a:rPr>
              <a:t>TRANSFORMER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CF77032-0D72-CDC3-0495-12858A51C926}"/>
                  </a:ext>
                </a:extLst>
              </p:cNvPr>
              <p:cNvSpPr txBox="1"/>
              <p:nvPr/>
            </p:nvSpPr>
            <p:spPr>
              <a:xfrm>
                <a:off x="3086284" y="4223117"/>
                <a:ext cx="1178266" cy="66473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b>
                          </m:sSub>
                        </m:den>
                      </m:f>
                      <m:r>
                        <a:rPr lang="en-US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CF77032-0D72-CDC3-0495-12858A51C9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86284" y="4223117"/>
                <a:ext cx="1178266" cy="66473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BB10C7D-F598-3891-C1CA-9F73412CE633}"/>
                  </a:ext>
                </a:extLst>
              </p:cNvPr>
              <p:cNvSpPr txBox="1"/>
              <p:nvPr/>
            </p:nvSpPr>
            <p:spPr>
              <a:xfrm>
                <a:off x="1277747" y="4233990"/>
                <a:ext cx="1683312" cy="68339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b>
                          </m:sSub>
                        </m:den>
                      </m:f>
                      <m:r>
                        <a:rPr lang="en-US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dirty="0">
                  <a:solidFill>
                    <a:schemeClr val="tx1"/>
                  </a:solidFill>
                  <a:latin typeface="Berlin Sans FB" panose="020E0602020502020306" pitchFamily="34" charset="0"/>
                </a:endParaRPr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BB10C7D-F598-3891-C1CA-9F73412CE6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77747" y="4233990"/>
                <a:ext cx="1683312" cy="68339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B1E668E2-C5F3-F905-9185-BA004D133F18}"/>
              </a:ext>
            </a:extLst>
          </p:cNvPr>
          <p:cNvSpPr txBox="1"/>
          <p:nvPr/>
        </p:nvSpPr>
        <p:spPr>
          <a:xfrm>
            <a:off x="3046476" y="836465"/>
            <a:ext cx="60990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latin typeface="Berlin Sans FB" panose="020E0602020502020306" pitchFamily="34" charset="0"/>
              </a:rPr>
              <a:t>Types of transformer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EE00BA1-06B8-A8AA-C333-63956C7221E1}"/>
              </a:ext>
            </a:extLst>
          </p:cNvPr>
          <p:cNvSpPr txBox="1"/>
          <p:nvPr/>
        </p:nvSpPr>
        <p:spPr>
          <a:xfrm>
            <a:off x="2961059" y="3649103"/>
            <a:ext cx="60990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latin typeface="Berlin Sans FB" panose="020E0602020502020306" pitchFamily="34" charset="0"/>
              </a:rPr>
              <a:t>Basic Formulas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747E2BD-FB60-A50C-61FC-E5220B6B7984}"/>
              </a:ext>
            </a:extLst>
          </p:cNvPr>
          <p:cNvSpPr/>
          <p:nvPr/>
        </p:nvSpPr>
        <p:spPr>
          <a:xfrm>
            <a:off x="964692" y="659338"/>
            <a:ext cx="1371598" cy="1909010"/>
          </a:xfrm>
          <a:prstGeom prst="rect">
            <a:avLst/>
          </a:prstGeom>
          <a:noFill/>
          <a:ln w="57150"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Berlin Sans FB" panose="020E0602020502020306" pitchFamily="34" charset="0"/>
              </a:rPr>
              <a:t>Step down</a:t>
            </a:r>
          </a:p>
          <a:p>
            <a:pPr algn="ctr"/>
            <a:r>
              <a:rPr lang="en-US" dirty="0">
                <a:latin typeface="Berlin Sans FB" panose="020E0602020502020306" pitchFamily="34" charset="0"/>
              </a:rPr>
              <a:t>Transformer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203158A-DD25-0042-8EA5-693E65ECBAFE}"/>
              </a:ext>
            </a:extLst>
          </p:cNvPr>
          <p:cNvSpPr/>
          <p:nvPr/>
        </p:nvSpPr>
        <p:spPr>
          <a:xfrm>
            <a:off x="5410201" y="653347"/>
            <a:ext cx="1371598" cy="1909010"/>
          </a:xfrm>
          <a:prstGeom prst="rect">
            <a:avLst/>
          </a:prstGeom>
          <a:noFill/>
          <a:ln w="57150"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Berlin Sans FB" panose="020E0602020502020306" pitchFamily="34" charset="0"/>
              </a:rPr>
              <a:t>Step up</a:t>
            </a:r>
          </a:p>
          <a:p>
            <a:pPr algn="ctr"/>
            <a:r>
              <a:rPr lang="en-US" dirty="0">
                <a:latin typeface="Berlin Sans FB" panose="020E0602020502020306" pitchFamily="34" charset="0"/>
              </a:rPr>
              <a:t>Transformer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BEA2039-EC1C-FF94-71EC-4C6A8C585694}"/>
              </a:ext>
            </a:extLst>
          </p:cNvPr>
          <p:cNvSpPr/>
          <p:nvPr/>
        </p:nvSpPr>
        <p:spPr>
          <a:xfrm>
            <a:off x="9563262" y="653347"/>
            <a:ext cx="1371598" cy="1909010"/>
          </a:xfrm>
          <a:prstGeom prst="rect">
            <a:avLst/>
          </a:prstGeom>
          <a:noFill/>
          <a:ln w="57150"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Berlin Sans FB" panose="020E0602020502020306" pitchFamily="34" charset="0"/>
              </a:rPr>
              <a:t>Center tap Transformer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2442DD7-52F3-66C1-2472-DCF302243C6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91857" y="2031643"/>
            <a:ext cx="1514407" cy="1514407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22C2653C-D627-4404-32DB-88108F98055D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55320"/>
          <a:stretch/>
        </p:blipFill>
        <p:spPr>
          <a:xfrm>
            <a:off x="485297" y="2077283"/>
            <a:ext cx="2662805" cy="1468767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DAD9DE91-6E2A-BA8F-964B-D5A92649453C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50000"/>
          <a:stretch/>
        </p:blipFill>
        <p:spPr>
          <a:xfrm>
            <a:off x="4588458" y="2031643"/>
            <a:ext cx="2844251" cy="1401905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6B33BCF4-0C7A-A544-6ED2-EFFDA9BD51EF}"/>
                  </a:ext>
                </a:extLst>
              </p:cNvPr>
              <p:cNvSpPr txBox="1"/>
              <p:nvPr/>
            </p:nvSpPr>
            <p:spPr>
              <a:xfrm>
                <a:off x="7647073" y="4399743"/>
                <a:ext cx="1844784" cy="49866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𝑆</m:t>
                        </m:r>
                      </m:sub>
                    </m:sSub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𝑆</m:t>
                        </m:r>
                      </m:sub>
                    </m:sSub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>
                            <a:latin typeface="Cambria Math" panose="02040503050406030204" pitchFamily="18" charset="0"/>
                          </a:rPr>
                          <m:t>ⅆ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𝜙</m:t>
                        </m:r>
                      </m:num>
                      <m:den>
                        <m:r>
                          <a:rPr lang="en-US">
                            <a:latin typeface="Cambria Math" panose="02040503050406030204" pitchFamily="18" charset="0"/>
                          </a:rPr>
                          <m:t>ⅆ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</m:oMath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6B33BCF4-0C7A-A544-6ED2-EFFDA9BD51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47073" y="4399743"/>
                <a:ext cx="1844784" cy="498663"/>
              </a:xfrm>
              <a:prstGeom prst="rect">
                <a:avLst/>
              </a:prstGeom>
              <a:blipFill>
                <a:blip r:embed="rId6"/>
                <a:stretch>
                  <a:fillRect b="-24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8388292A-EFF6-5D67-564C-0A4F02445261}"/>
                  </a:ext>
                </a:extLst>
              </p:cNvPr>
              <p:cNvSpPr txBox="1"/>
              <p:nvPr/>
            </p:nvSpPr>
            <p:spPr>
              <a:xfrm>
                <a:off x="5501926" y="4389188"/>
                <a:ext cx="1683312" cy="49866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sub>
                    </m:sSub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sub>
                    </m:sSub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>
                            <a:latin typeface="Cambria Math" panose="02040503050406030204" pitchFamily="18" charset="0"/>
                          </a:rPr>
                          <m:t>ⅆ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𝜙</m:t>
                        </m:r>
                      </m:num>
                      <m:den>
                        <m:r>
                          <a:rPr lang="en-US">
                            <a:latin typeface="Cambria Math" panose="02040503050406030204" pitchFamily="18" charset="0"/>
                          </a:rPr>
                          <m:t>ⅆ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</m:oMath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8388292A-EFF6-5D67-564C-0A4F024452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01926" y="4389188"/>
                <a:ext cx="1683312" cy="498663"/>
              </a:xfrm>
              <a:prstGeom prst="rect">
                <a:avLst/>
              </a:prstGeom>
              <a:blipFill>
                <a:blip r:embed="rId7"/>
                <a:stretch>
                  <a:fillRect b="-24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850252B6-5367-D803-5B25-BE15EAB740FE}"/>
                  </a:ext>
                </a:extLst>
              </p:cNvPr>
              <p:cNvSpPr txBox="1"/>
              <p:nvPr/>
            </p:nvSpPr>
            <p:spPr>
              <a:xfrm>
                <a:off x="474270" y="5524417"/>
                <a:ext cx="650910" cy="66473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850252B6-5367-D803-5B25-BE15EAB740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4270" y="5524417"/>
                <a:ext cx="650910" cy="664734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TextBox 23">
            <a:extLst>
              <a:ext uri="{FF2B5EF4-FFF2-40B4-BE49-F238E27FC236}">
                <a16:creationId xmlns:a16="http://schemas.microsoft.com/office/drawing/2014/main" id="{82F7044C-3A8D-1241-31E5-9C0E6A6242F2}"/>
              </a:ext>
            </a:extLst>
          </p:cNvPr>
          <p:cNvSpPr txBox="1"/>
          <p:nvPr/>
        </p:nvSpPr>
        <p:spPr>
          <a:xfrm>
            <a:off x="4145513" y="5507522"/>
            <a:ext cx="3058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Number of primary turns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D843383-E074-5298-D503-236332F62CE6}"/>
              </a:ext>
            </a:extLst>
          </p:cNvPr>
          <p:cNvSpPr txBox="1"/>
          <p:nvPr/>
        </p:nvSpPr>
        <p:spPr>
          <a:xfrm>
            <a:off x="4145513" y="5798431"/>
            <a:ext cx="3058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Number of secondary turns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24A2D46E-08B1-1AB1-D979-DADB03AC2069}"/>
                  </a:ext>
                </a:extLst>
              </p:cNvPr>
              <p:cNvSpPr txBox="1"/>
              <p:nvPr/>
            </p:nvSpPr>
            <p:spPr>
              <a:xfrm>
                <a:off x="3817338" y="5555328"/>
                <a:ext cx="577884" cy="66473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24A2D46E-08B1-1AB1-D979-DADB03AC20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7338" y="5555328"/>
                <a:ext cx="577884" cy="664734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TextBox 28">
            <a:extLst>
              <a:ext uri="{FF2B5EF4-FFF2-40B4-BE49-F238E27FC236}">
                <a16:creationId xmlns:a16="http://schemas.microsoft.com/office/drawing/2014/main" id="{00B6C570-8D79-CD34-A79E-9DC0885A8EC4}"/>
              </a:ext>
            </a:extLst>
          </p:cNvPr>
          <p:cNvSpPr txBox="1"/>
          <p:nvPr/>
        </p:nvSpPr>
        <p:spPr>
          <a:xfrm>
            <a:off x="1032142" y="5507522"/>
            <a:ext cx="267866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Voltage of primary/ input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9394290-039A-279B-0C3B-35EC4B0420D1}"/>
              </a:ext>
            </a:extLst>
          </p:cNvPr>
          <p:cNvSpPr txBox="1"/>
          <p:nvPr/>
        </p:nvSpPr>
        <p:spPr>
          <a:xfrm>
            <a:off x="1032142" y="5836714"/>
            <a:ext cx="235049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Voltage of secondary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F527ECBD-2F57-BBCA-30C2-476E2D3F644E}"/>
                  </a:ext>
                </a:extLst>
              </p:cNvPr>
              <p:cNvSpPr txBox="1"/>
              <p:nvPr/>
            </p:nvSpPr>
            <p:spPr>
              <a:xfrm>
                <a:off x="7254630" y="5501583"/>
                <a:ext cx="767977" cy="61837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>
                              <a:latin typeface="Cambria Math" panose="02040503050406030204" pitchFamily="18" charset="0"/>
                            </a:rPr>
                            <m:t>ⅆ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𝜙</m:t>
                          </m:r>
                        </m:num>
                        <m:den>
                          <m:r>
                            <a:rPr lang="en-US">
                              <a:latin typeface="Cambria Math" panose="02040503050406030204" pitchFamily="18" charset="0"/>
                            </a:rPr>
                            <m:t>ⅆ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F527ECBD-2F57-BBCA-30C2-476E2D3F64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54630" y="5501583"/>
                <a:ext cx="767977" cy="618374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" name="TextBox 33">
            <a:extLst>
              <a:ext uri="{FF2B5EF4-FFF2-40B4-BE49-F238E27FC236}">
                <a16:creationId xmlns:a16="http://schemas.microsoft.com/office/drawing/2014/main" id="{FD80D4DA-737D-298E-C91C-7831B79C6948}"/>
              </a:ext>
            </a:extLst>
          </p:cNvPr>
          <p:cNvSpPr txBox="1"/>
          <p:nvPr/>
        </p:nvSpPr>
        <p:spPr>
          <a:xfrm>
            <a:off x="7856462" y="5495949"/>
            <a:ext cx="284425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Change of magnetic flux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2F30605-85A5-AF78-24FA-5B98C2D6A921}"/>
              </a:ext>
            </a:extLst>
          </p:cNvPr>
          <p:cNvSpPr txBox="1"/>
          <p:nvPr/>
        </p:nvSpPr>
        <p:spPr>
          <a:xfrm>
            <a:off x="7856461" y="5798431"/>
            <a:ext cx="284425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Change of time</a:t>
            </a:r>
          </a:p>
        </p:txBody>
      </p:sp>
    </p:spTree>
    <p:extLst>
      <p:ext uri="{BB962C8B-B14F-4D97-AF65-F5344CB8AC3E}">
        <p14:creationId xmlns:p14="http://schemas.microsoft.com/office/powerpoint/2010/main" val="37746788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4C8D31B-05DB-EC0D-C56B-CCF0EB453912}"/>
              </a:ext>
            </a:extLst>
          </p:cNvPr>
          <p:cNvSpPr txBox="1"/>
          <p:nvPr/>
        </p:nvSpPr>
        <p:spPr>
          <a:xfrm>
            <a:off x="2458426" y="44484"/>
            <a:ext cx="763221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Berlin Sans FB" panose="020E0602020502020306" pitchFamily="34" charset="0"/>
              </a:rPr>
              <a:t>TYPES OF REGULATED LINEAR POWER SUPPLY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B3519D4-59AD-B412-3231-E4998DB38C3F}"/>
              </a:ext>
            </a:extLst>
          </p:cNvPr>
          <p:cNvSpPr/>
          <p:nvPr/>
        </p:nvSpPr>
        <p:spPr>
          <a:xfrm>
            <a:off x="4086567" y="876425"/>
            <a:ext cx="4375936" cy="793442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Berlin Sans FB" panose="020E0602020502020306" pitchFamily="34" charset="0"/>
              </a:rPr>
              <a:t>Linear Power Supply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59D3BB2-985B-3578-DFD8-3B1DF4559643}"/>
              </a:ext>
            </a:extLst>
          </p:cNvPr>
          <p:cNvSpPr/>
          <p:nvPr/>
        </p:nvSpPr>
        <p:spPr>
          <a:xfrm>
            <a:off x="7329639" y="2634596"/>
            <a:ext cx="4375936" cy="793442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Berlin Sans FB" panose="020E0602020502020306" pitchFamily="34" charset="0"/>
              </a:rPr>
              <a:t>Shunt Regulated Linear Power Supply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14A3029-2865-8571-8976-DBCC84C1AAEB}"/>
              </a:ext>
            </a:extLst>
          </p:cNvPr>
          <p:cNvSpPr/>
          <p:nvPr/>
        </p:nvSpPr>
        <p:spPr>
          <a:xfrm>
            <a:off x="1102616" y="2635558"/>
            <a:ext cx="4375936" cy="793442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Berlin Sans FB" panose="020E0602020502020306" pitchFamily="34" charset="0"/>
              </a:rPr>
              <a:t>Series Regulated Linear Power Supply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1D9D029-FFBA-CBC4-8584-C2886CFDE86E}"/>
              </a:ext>
            </a:extLst>
          </p:cNvPr>
          <p:cNvCxnSpPr>
            <a:cxnSpLocks/>
            <a:stCxn id="4" idx="2"/>
          </p:cNvCxnSpPr>
          <p:nvPr/>
        </p:nvCxnSpPr>
        <p:spPr>
          <a:xfrm>
            <a:off x="6274535" y="1669867"/>
            <a:ext cx="0" cy="524693"/>
          </a:xfrm>
          <a:prstGeom prst="line">
            <a:avLst/>
          </a:prstGeom>
          <a:ln w="762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Arrow Connector 34">
            <a:extLst>
              <a:ext uri="{FF2B5EF4-FFF2-40B4-BE49-F238E27FC236}">
                <a16:creationId xmlns:a16="http://schemas.microsoft.com/office/drawing/2014/main" id="{13E67862-9E0A-6193-7F22-8C234D9F2E81}"/>
              </a:ext>
            </a:extLst>
          </p:cNvPr>
          <p:cNvCxnSpPr>
            <a:cxnSpLocks/>
            <a:endCxn id="5" idx="0"/>
          </p:cNvCxnSpPr>
          <p:nvPr/>
        </p:nvCxnSpPr>
        <p:spPr>
          <a:xfrm>
            <a:off x="6274535" y="2194560"/>
            <a:ext cx="3243072" cy="440036"/>
          </a:xfrm>
          <a:prstGeom prst="bentConnector2">
            <a:avLst/>
          </a:prstGeom>
          <a:ln w="762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Straight Arrow Connector 34">
            <a:extLst>
              <a:ext uri="{FF2B5EF4-FFF2-40B4-BE49-F238E27FC236}">
                <a16:creationId xmlns:a16="http://schemas.microsoft.com/office/drawing/2014/main" id="{BFB2A1EA-BBC4-69AE-95A7-C44CABF597FC}"/>
              </a:ext>
            </a:extLst>
          </p:cNvPr>
          <p:cNvCxnSpPr>
            <a:cxnSpLocks/>
            <a:endCxn id="6" idx="0"/>
          </p:cNvCxnSpPr>
          <p:nvPr/>
        </p:nvCxnSpPr>
        <p:spPr>
          <a:xfrm rot="10800000" flipV="1">
            <a:off x="3290584" y="2194560"/>
            <a:ext cx="2983950" cy="440998"/>
          </a:xfrm>
          <a:prstGeom prst="bentConnector2">
            <a:avLst/>
          </a:prstGeom>
          <a:ln w="762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837181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151</TotalTime>
  <Words>89</Words>
  <Application>Microsoft Office PowerPoint</Application>
  <PresentationFormat>Widescreen</PresentationFormat>
  <Paragraphs>32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0" baseType="lpstr">
      <vt:lpstr>Arial</vt:lpstr>
      <vt:lpstr>Berlin Sans FB</vt:lpstr>
      <vt:lpstr>Calibri</vt:lpstr>
      <vt:lpstr>Calibri Light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Malius M B</dc:creator>
  <cp:lastModifiedBy>Malius M B</cp:lastModifiedBy>
  <cp:revision>8</cp:revision>
  <dcterms:created xsi:type="dcterms:W3CDTF">2025-02-26T21:27:51Z</dcterms:created>
  <dcterms:modified xsi:type="dcterms:W3CDTF">2025-03-01T20:58:37Z</dcterms:modified>
</cp:coreProperties>
</file>