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8" r:id="rId4"/>
    <p:sldId id="260" r:id="rId5"/>
    <p:sldId id="259" r:id="rId6"/>
    <p:sldId id="263" r:id="rId7"/>
    <p:sldId id="262" r:id="rId8"/>
    <p:sldId id="25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B1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4" d="100"/>
          <a:sy n="64" d="100"/>
        </p:scale>
        <p:origin x="39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144FD-7357-90A8-197B-99AC5CFDBA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1D5C7C-681B-E1B9-74E6-8A317E58B0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022516-A10F-4D9C-55D9-C9B1C7664D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C6AA-43A9-4A0B-86D5-250C86C7EE3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7AECCD-C7C4-1516-4F17-5D4B59437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13CFC0-ACF6-C1AB-B275-8AAC13ED7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1994-0778-479D-8490-38E206DF5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982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A9F45-5235-DE0C-9DA8-E38E7D50EE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DD45B8-6BD1-0820-87DD-D8BBE9288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3071CB-4C9C-9E7F-73A3-A8D42A6A0F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C6AA-43A9-4A0B-86D5-250C86C7EE3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6C82DA-DF42-7B1B-7B5C-9CF7F6372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C86764-7058-1851-4E5A-D0067E40F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1994-0778-479D-8490-38E206DF5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3366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703CB8-CEDC-CAD9-7A31-E3274CE100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8132DF-C8AB-08A1-13AF-17882BB39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87B26F-D4DF-82F1-8A5E-DAB4374AD1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C6AA-43A9-4A0B-86D5-250C86C7EE3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B39039-D331-7957-4F61-7F0B7666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741EC-22BD-1F1B-1CB3-7DDD039C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1994-0778-479D-8490-38E206DF5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079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C9F52-3D9D-0B51-BDBB-84B693BE1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48AD1-93B3-3E6E-324B-315730CA3E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089184-3CDB-0827-35F5-F3AC99E802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699569-4093-903C-61CB-F7DD60D57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C6AA-43A9-4A0B-86D5-250C86C7EE3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5F78A0-1C41-F935-D0D4-7D57375A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273D50-D5DD-21DF-A6F3-8351379B8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1994-0778-479D-8490-38E206DF5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1666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81D19-91D9-5EDE-BE8A-9E57868947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17D10-3D23-8E6A-E221-A0D22E214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A30B815-A513-30F8-48E3-E238CB2418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6041D7-984C-5D4D-7523-F486ABC552C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7D6E13-A9BA-8B28-88CD-EDE56FAE4A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CB3D1BA-8746-28F6-07E6-9F075A48B7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C6AA-43A9-4A0B-86D5-250C86C7EE3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3640345-2F82-B942-8B2F-143E784EC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189B449-EF21-DAC3-02AE-7E0DFC029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1994-0778-479D-8490-38E206DF5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966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F8912B-7616-C250-863E-F9FE6FBB1C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8120D2-CE15-DB8A-A3B5-7A3EE8F9A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C6AA-43A9-4A0B-86D5-250C86C7EE3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2FC203-6D10-BC0B-EC29-EAACBF6EA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045307-4969-AFAA-1EC3-11FF9E944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1994-0778-479D-8490-38E206DF5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5478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B36B5C-2E07-1E66-E0A6-CF274CEE9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C6AA-43A9-4A0B-86D5-250C86C7EE3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146210-B0E2-2D25-9004-8A0D22303E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4DB98-F2E0-5F7D-70DE-2F75F6C977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1994-0778-479D-8490-38E206DF5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8979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292F5-0E47-72A0-815C-444A46AC06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F5613-1597-CD45-529C-9E41F21E77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C736AC-3BE2-8B3C-EC19-4421EB7E3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6113BB-4F79-822B-BCA0-874B41060B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C6AA-43A9-4A0B-86D5-250C86C7EE3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78E3F-2D71-AE64-0DC0-A49C0EC92F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896E14-31C1-D7A1-D571-3C60C1DCF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1994-0778-479D-8490-38E206DF5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589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05653-6A1F-BA8A-D7C4-48E9821AF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A8D539-02F5-03FE-F135-A4540078E0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6DB18C-D1F7-56AA-266E-8444EC117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A4350-E24C-5E68-1CDA-9305C24224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C6AA-43A9-4A0B-86D5-250C86C7EE3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93EFBF-D365-653E-AB36-404E45F53A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F976B-4619-8BBB-6EB3-57E42B6F3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1994-0778-479D-8490-38E206DF5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509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DC249-BF8E-63E5-01CB-3AAE15AE3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73CF251-6267-2B4E-8F15-3C94A36F9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29C98C-6B8C-1BDF-614A-08D913A5D5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C6AA-43A9-4A0B-86D5-250C86C7EE3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118FD-1706-45FE-10C2-F10D6C7AC8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E58D0B-2559-5812-5C3A-C94E4B906C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1994-0778-479D-8490-38E206DF5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1611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E21CED8-9AE5-8607-3F7A-EAE38BD5FC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C304CC6-8DEE-F9C9-FCB2-3BDC43F4F4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AE4846-3F12-4495-596F-23BC7E0B5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7C6AA-43A9-4A0B-86D5-250C86C7EE3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4D279-F799-2D73-24C0-A0E96B722A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25B25-E658-D8B0-A5D0-60F950441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CC1994-0778-479D-8490-38E206DF5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570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37191D-23F2-3BDA-C077-0262F1743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49E08B-DA5C-760D-6FDC-AF4E6E90A1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5FB5BC-3E82-F3EB-4B10-43EB3E3F73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E7C6AA-43A9-4A0B-86D5-250C86C7EE31}" type="datetimeFigureOut">
              <a:rPr lang="en-US" smtClean="0"/>
              <a:t>5/26/2025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13231F-26D8-B534-DF72-961523CB74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D8BCA6-70D4-0D04-20F6-4A5F31F99F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CC1994-0778-479D-8490-38E206DF52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15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microsoft.com/office/2007/relationships/hdphoto" Target="../media/hdphoto1.wdp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microsoft.com/office/2007/relationships/hdphoto" Target="../media/hdphoto1.wdp"/><Relationship Id="rId7" Type="http://schemas.openxmlformats.org/officeDocument/2006/relationships/image" Target="../media/image6.png"/><Relationship Id="rId12" Type="http://schemas.openxmlformats.org/officeDocument/2006/relationships/image" Target="../media/image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png"/><Relationship Id="rId9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microsoft.com/office/2007/relationships/hdphoto" Target="../media/hdphoto1.wdp"/><Relationship Id="rId7" Type="http://schemas.openxmlformats.org/officeDocument/2006/relationships/image" Target="../media/image11.png"/><Relationship Id="rId12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5.png"/><Relationship Id="rId5" Type="http://schemas.openxmlformats.org/officeDocument/2006/relationships/image" Target="../media/image3.png"/><Relationship Id="rId10" Type="http://schemas.openxmlformats.org/officeDocument/2006/relationships/image" Target="../media/image13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microsoft.com/office/2007/relationships/hdphoto" Target="../media/hdphoto1.wdp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6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0A9BFDC-EE7D-7688-6D4F-4D95E0C5F413}"/>
              </a:ext>
            </a:extLst>
          </p:cNvPr>
          <p:cNvGrpSpPr/>
          <p:nvPr/>
        </p:nvGrpSpPr>
        <p:grpSpPr>
          <a:xfrm>
            <a:off x="0" y="459469"/>
            <a:ext cx="6687057" cy="4155829"/>
            <a:chOff x="3967997" y="371259"/>
            <a:chExt cx="7717674" cy="4560108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B88C16C0-7028-9F95-11D7-A9009F83904A}"/>
                </a:ext>
              </a:extLst>
            </p:cNvPr>
            <p:cNvGrpSpPr/>
            <p:nvPr/>
          </p:nvGrpSpPr>
          <p:grpSpPr>
            <a:xfrm>
              <a:off x="3967997" y="371259"/>
              <a:ext cx="7717674" cy="4527749"/>
              <a:chOff x="1632316" y="719603"/>
              <a:chExt cx="9073346" cy="4963177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B4A3D51C-2FA3-6C17-B25F-96A3CDF126FD}"/>
                  </a:ext>
                </a:extLst>
              </p:cNvPr>
              <p:cNvGrpSpPr/>
              <p:nvPr/>
            </p:nvGrpSpPr>
            <p:grpSpPr>
              <a:xfrm>
                <a:off x="7171771" y="1452443"/>
                <a:ext cx="319893" cy="3953113"/>
                <a:chOff x="6530086" y="249919"/>
                <a:chExt cx="474376" cy="5132986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4E2DE4DE-E303-305D-67A5-BD2280D8D02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390" b="89437" l="714" r="98286">
                              <a14:foregroundMark x1="2571" y1="76056" x2="2571" y2="76056"/>
                              <a14:foregroundMark x1="857" y1="77934" x2="24571" y2="63380"/>
                              <a14:foregroundMark x1="24571" y1="63380" x2="24857" y2="61268"/>
                              <a14:foregroundMark x1="15143" y1="67606" x2="26143" y2="61737"/>
                              <a14:foregroundMark x1="72143" y1="29108" x2="98286" y2="12676"/>
                              <a14:foregroundMark x1="29571" y1="73474" x2="29571" y2="73474"/>
                              <a14:foregroundMark x1="27143" y1="67606" x2="27143" y2="67606"/>
                              <a14:foregroundMark x1="77000" y1="32864" x2="73571" y2="34977"/>
                              <a14:foregroundMark x1="83429" y1="29577" x2="78000" y2="31925"/>
                              <a14:foregroundMark x1="73714" y1="35211" x2="73571" y2="3591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748925">
                  <a:off x="6379726" y="2525607"/>
                  <a:ext cx="776759" cy="472713"/>
                </a:xfrm>
                <a:prstGeom prst="rect">
                  <a:avLst/>
                </a:prstGeom>
              </p:spPr>
            </p:pic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9F58E143-CA44-3D33-CE55-A92AEF3374C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390" b="89437" l="714" r="98286">
                              <a14:foregroundMark x1="2571" y1="76056" x2="2571" y2="76056"/>
                              <a14:foregroundMark x1="857" y1="77934" x2="24571" y2="63380"/>
                              <a14:foregroundMark x1="24571" y1="63380" x2="24857" y2="61268"/>
                              <a14:foregroundMark x1="15143" y1="67606" x2="26143" y2="61737"/>
                              <a14:foregroundMark x1="72143" y1="29108" x2="98286" y2="12676"/>
                              <a14:foregroundMark x1="29571" y1="73474" x2="29571" y2="73474"/>
                              <a14:foregroundMark x1="27143" y1="67606" x2="27143" y2="67606"/>
                              <a14:foregroundMark x1="77000" y1="32864" x2="73571" y2="34977"/>
                              <a14:foregroundMark x1="83429" y1="29577" x2="78000" y2="31925"/>
                              <a14:foregroundMark x1="73714" y1="35211" x2="73571" y2="3591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748925">
                  <a:off x="6379726" y="3641888"/>
                  <a:ext cx="776759" cy="472713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167362A2-852E-8A97-4CD2-E3C7F5A8473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390" b="89437" l="714" r="98286">
                              <a14:foregroundMark x1="2571" y1="76056" x2="2571" y2="76056"/>
                              <a14:foregroundMark x1="857" y1="77934" x2="24571" y2="63380"/>
                              <a14:foregroundMark x1="24571" y1="63380" x2="24857" y2="61268"/>
                              <a14:foregroundMark x1="15143" y1="67606" x2="26143" y2="61737"/>
                              <a14:foregroundMark x1="72143" y1="29108" x2="98286" y2="12676"/>
                              <a14:foregroundMark x1="29571" y1="73474" x2="29571" y2="73474"/>
                              <a14:foregroundMark x1="27143" y1="67606" x2="27143" y2="67606"/>
                              <a14:foregroundMark x1="77000" y1="32864" x2="73571" y2="34977"/>
                              <a14:foregroundMark x1="83429" y1="29577" x2="78000" y2="31925"/>
                              <a14:foregroundMark x1="73714" y1="35211" x2="73571" y2="3591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748925">
                  <a:off x="6379726" y="4758169"/>
                  <a:ext cx="776759" cy="472713"/>
                </a:xfrm>
                <a:prstGeom prst="rect">
                  <a:avLst/>
                </a:prstGeom>
              </p:spPr>
            </p:pic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A09572C6-197F-BB14-F479-27298CA0ED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390" b="89437" l="714" r="98286">
                              <a14:foregroundMark x1="2571" y1="76056" x2="2571" y2="76056"/>
                              <a14:foregroundMark x1="857" y1="77934" x2="24571" y2="63380"/>
                              <a14:foregroundMark x1="24571" y1="63380" x2="24857" y2="61268"/>
                              <a14:foregroundMark x1="15143" y1="67606" x2="26143" y2="61737"/>
                              <a14:foregroundMark x1="72143" y1="29108" x2="98286" y2="12676"/>
                              <a14:foregroundMark x1="29571" y1="73474" x2="29571" y2="73474"/>
                              <a14:foregroundMark x1="27143" y1="67606" x2="27143" y2="67606"/>
                              <a14:foregroundMark x1="77000" y1="32864" x2="73571" y2="34977"/>
                              <a14:foregroundMark x1="83429" y1="29577" x2="78000" y2="31925"/>
                              <a14:foregroundMark x1="73714" y1="35211" x2="73571" y2="3591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748925">
                  <a:off x="6378064" y="1409326"/>
                  <a:ext cx="776759" cy="472713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3810A14B-4D8E-8F09-23D9-B94E2628CED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390" b="89437" l="714" r="98286">
                              <a14:foregroundMark x1="2571" y1="76056" x2="2571" y2="76056"/>
                              <a14:foregroundMark x1="857" y1="77934" x2="24571" y2="63380"/>
                              <a14:foregroundMark x1="24571" y1="63380" x2="24857" y2="61268"/>
                              <a14:foregroundMark x1="15143" y1="67606" x2="26143" y2="61737"/>
                              <a14:foregroundMark x1="72143" y1="29108" x2="98286" y2="12676"/>
                              <a14:foregroundMark x1="29571" y1="73474" x2="29571" y2="73474"/>
                              <a14:foregroundMark x1="27143" y1="67606" x2="27143" y2="67606"/>
                              <a14:foregroundMark x1="77000" y1="32864" x2="73571" y2="34977"/>
                              <a14:foregroundMark x1="83429" y1="29577" x2="78000" y2="31925"/>
                              <a14:foregroundMark x1="73714" y1="35211" x2="73571" y2="3591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748925">
                  <a:off x="6378063" y="401942"/>
                  <a:ext cx="776759" cy="472713"/>
                </a:xfrm>
                <a:prstGeom prst="rect">
                  <a:avLst/>
                </a:prstGeom>
              </p:spPr>
            </p:pic>
          </p:grp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C0C806A-9304-DE16-C2F6-59A32B38D6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1469034" y="2796570"/>
                <a:ext cx="1950794" cy="1624229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5A64F0D2-6BAC-5C33-47E6-555258C7885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6811" b="36590"/>
              <a:stretch/>
            </p:blipFill>
            <p:spPr>
              <a:xfrm rot="10800000" flipV="1">
                <a:off x="4816574" y="1013654"/>
                <a:ext cx="1075964" cy="127689"/>
              </a:xfrm>
              <a:prstGeom prst="rect">
                <a:avLst/>
              </a:prstGeom>
            </p:spPr>
          </p:pic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5C62D721-8651-33D5-0461-3C6A54D5A861}"/>
                  </a:ext>
                </a:extLst>
              </p:cNvPr>
              <p:cNvSpPr/>
              <p:nvPr/>
            </p:nvSpPr>
            <p:spPr>
              <a:xfrm>
                <a:off x="7318889" y="1396183"/>
                <a:ext cx="92467" cy="7371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76389463-82A8-A764-F01E-610015214C54}"/>
                  </a:ext>
                </a:extLst>
              </p:cNvPr>
              <p:cNvSpPr/>
              <p:nvPr/>
            </p:nvSpPr>
            <p:spPr>
              <a:xfrm>
                <a:off x="3118997" y="3355289"/>
                <a:ext cx="92467" cy="7371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246EA3CF-8E79-F463-90C2-D7AA908EF013}"/>
                  </a:ext>
                </a:extLst>
              </p:cNvPr>
              <p:cNvSpPr/>
              <p:nvPr/>
            </p:nvSpPr>
            <p:spPr>
              <a:xfrm>
                <a:off x="3118997" y="3788716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134DAA5E-2FEC-6009-D78F-E4DD799E816F}"/>
                  </a:ext>
                </a:extLst>
              </p:cNvPr>
              <p:cNvGrpSpPr/>
              <p:nvPr/>
            </p:nvGrpSpPr>
            <p:grpSpPr>
              <a:xfrm>
                <a:off x="7291274" y="2010086"/>
                <a:ext cx="92467" cy="276072"/>
                <a:chOff x="7885911" y="2052016"/>
                <a:chExt cx="92467" cy="276072"/>
              </a:xfrm>
            </p:grpSpPr>
            <p:cxnSp>
              <p:nvCxnSpPr>
                <p:cNvPr id="52" name="Straight Connector 13">
                  <a:extLst>
                    <a:ext uri="{FF2B5EF4-FFF2-40B4-BE49-F238E27FC236}">
                      <a16:creationId xmlns:a16="http://schemas.microsoft.com/office/drawing/2014/main" id="{F9971BE6-0D7F-CE56-DAAA-B160F8863B4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9877" y="2062168"/>
                  <a:ext cx="12268" cy="25576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B7AB6F99-9CF8-CDB7-44C2-9E9BE37ED462}"/>
                    </a:ext>
                  </a:extLst>
                </p:cNvPr>
                <p:cNvSpPr/>
                <p:nvPr/>
              </p:nvSpPr>
              <p:spPr>
                <a:xfrm>
                  <a:off x="7885911" y="20520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C140B839-1310-5E97-C046-56C06187434F}"/>
                    </a:ext>
                  </a:extLst>
                </p:cNvPr>
                <p:cNvSpPr/>
                <p:nvPr/>
              </p:nvSpPr>
              <p:spPr>
                <a:xfrm>
                  <a:off x="7885911" y="2254377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86A3CEA7-E539-8F6F-59A3-4EC867C82F1F}"/>
                  </a:ext>
                </a:extLst>
              </p:cNvPr>
              <p:cNvGrpSpPr/>
              <p:nvPr/>
            </p:nvGrpSpPr>
            <p:grpSpPr>
              <a:xfrm>
                <a:off x="7291274" y="2814960"/>
                <a:ext cx="92467" cy="276072"/>
                <a:chOff x="7885911" y="2052016"/>
                <a:chExt cx="92467" cy="276072"/>
              </a:xfrm>
            </p:grpSpPr>
            <p:cxnSp>
              <p:nvCxnSpPr>
                <p:cNvPr id="57" name="Straight Connector 13">
                  <a:extLst>
                    <a:ext uri="{FF2B5EF4-FFF2-40B4-BE49-F238E27FC236}">
                      <a16:creationId xmlns:a16="http://schemas.microsoft.com/office/drawing/2014/main" id="{182C4758-1524-DA3E-265A-7596AD7704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9877" y="2062168"/>
                  <a:ext cx="12268" cy="25576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2DBC9778-7DDA-B30E-5604-67B32AFEABF6}"/>
                    </a:ext>
                  </a:extLst>
                </p:cNvPr>
                <p:cNvSpPr/>
                <p:nvPr/>
              </p:nvSpPr>
              <p:spPr>
                <a:xfrm>
                  <a:off x="7885911" y="20520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CE48F227-07C2-1065-85BF-056C0D1058D0}"/>
                    </a:ext>
                  </a:extLst>
                </p:cNvPr>
                <p:cNvSpPr/>
                <p:nvPr/>
              </p:nvSpPr>
              <p:spPr>
                <a:xfrm>
                  <a:off x="7885911" y="2254377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0C79FDF8-24AA-D3C9-9756-FADE13F96E15}"/>
                  </a:ext>
                </a:extLst>
              </p:cNvPr>
              <p:cNvGrpSpPr/>
              <p:nvPr/>
            </p:nvGrpSpPr>
            <p:grpSpPr>
              <a:xfrm>
                <a:off x="7291274" y="3678876"/>
                <a:ext cx="92467" cy="276072"/>
                <a:chOff x="7885911" y="2052016"/>
                <a:chExt cx="92467" cy="276072"/>
              </a:xfrm>
            </p:grpSpPr>
            <p:cxnSp>
              <p:nvCxnSpPr>
                <p:cNvPr id="61" name="Straight Connector 13">
                  <a:extLst>
                    <a:ext uri="{FF2B5EF4-FFF2-40B4-BE49-F238E27FC236}">
                      <a16:creationId xmlns:a16="http://schemas.microsoft.com/office/drawing/2014/main" id="{5CCCA1B0-165E-A703-75AE-532535D647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9877" y="2062168"/>
                  <a:ext cx="12268" cy="25576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B76DF24A-A47A-6A07-0B7A-9E49887173E0}"/>
                    </a:ext>
                  </a:extLst>
                </p:cNvPr>
                <p:cNvSpPr/>
                <p:nvPr/>
              </p:nvSpPr>
              <p:spPr>
                <a:xfrm>
                  <a:off x="7885911" y="20520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FDD072BE-0CD0-EE07-ABDF-CBAAA520CA68}"/>
                    </a:ext>
                  </a:extLst>
                </p:cNvPr>
                <p:cNvSpPr/>
                <p:nvPr/>
              </p:nvSpPr>
              <p:spPr>
                <a:xfrm>
                  <a:off x="7885911" y="2254377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1F103D25-F41F-DB6B-25F9-F20501A93ECE}"/>
                  </a:ext>
                </a:extLst>
              </p:cNvPr>
              <p:cNvGrpSpPr/>
              <p:nvPr/>
            </p:nvGrpSpPr>
            <p:grpSpPr>
              <a:xfrm>
                <a:off x="7291274" y="4542792"/>
                <a:ext cx="92467" cy="276072"/>
                <a:chOff x="7885911" y="2052016"/>
                <a:chExt cx="92467" cy="276072"/>
              </a:xfrm>
            </p:grpSpPr>
            <p:cxnSp>
              <p:nvCxnSpPr>
                <p:cNvPr id="65" name="Straight Connector 13">
                  <a:extLst>
                    <a:ext uri="{FF2B5EF4-FFF2-40B4-BE49-F238E27FC236}">
                      <a16:creationId xmlns:a16="http://schemas.microsoft.com/office/drawing/2014/main" id="{ADF854BD-FD57-ED5C-5489-0B9C6A8B12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9877" y="2062168"/>
                  <a:ext cx="12268" cy="25576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DB334BAB-AE7E-F1EB-6CC6-C102A2F6DD1F}"/>
                    </a:ext>
                  </a:extLst>
                </p:cNvPr>
                <p:cNvSpPr/>
                <p:nvPr/>
              </p:nvSpPr>
              <p:spPr>
                <a:xfrm>
                  <a:off x="7885911" y="20520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B2B46300-A55D-C98E-A6E5-29B8D33DD3A0}"/>
                    </a:ext>
                  </a:extLst>
                </p:cNvPr>
                <p:cNvSpPr/>
                <p:nvPr/>
              </p:nvSpPr>
              <p:spPr>
                <a:xfrm>
                  <a:off x="7885911" y="2254377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7677A527-8B16-C9F4-DBE8-7B02B8C275A5}"/>
                  </a:ext>
                </a:extLst>
              </p:cNvPr>
              <p:cNvGrpSpPr/>
              <p:nvPr/>
            </p:nvGrpSpPr>
            <p:grpSpPr>
              <a:xfrm>
                <a:off x="7291274" y="5406708"/>
                <a:ext cx="92467" cy="276072"/>
                <a:chOff x="7885911" y="2052016"/>
                <a:chExt cx="92467" cy="276072"/>
              </a:xfrm>
            </p:grpSpPr>
            <p:cxnSp>
              <p:nvCxnSpPr>
                <p:cNvPr id="69" name="Straight Connector 13">
                  <a:extLst>
                    <a:ext uri="{FF2B5EF4-FFF2-40B4-BE49-F238E27FC236}">
                      <a16:creationId xmlns:a16="http://schemas.microsoft.com/office/drawing/2014/main" id="{A49AD2CB-40C9-3740-683B-72076A373F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9877" y="2062168"/>
                  <a:ext cx="12268" cy="25576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F5A404B1-D0D4-AF50-A995-32E2943A3875}"/>
                    </a:ext>
                  </a:extLst>
                </p:cNvPr>
                <p:cNvSpPr/>
                <p:nvPr/>
              </p:nvSpPr>
              <p:spPr>
                <a:xfrm>
                  <a:off x="7885911" y="20520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7897ACB2-EB23-648C-5522-A6DA44D49273}"/>
                    </a:ext>
                  </a:extLst>
                </p:cNvPr>
                <p:cNvSpPr/>
                <p:nvPr/>
              </p:nvSpPr>
              <p:spPr>
                <a:xfrm>
                  <a:off x="7885911" y="2254377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DA2D7239-0869-58A2-19FC-4E472E42107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17" t="10570" r="37380" b="9190"/>
              <a:stretch/>
            </p:blipFill>
            <p:spPr>
              <a:xfrm>
                <a:off x="8906053" y="719603"/>
                <a:ext cx="1799609" cy="3201548"/>
              </a:xfrm>
              <a:prstGeom prst="rect">
                <a:avLst/>
              </a:prstGeom>
            </p:spPr>
          </p:pic>
        </p:grp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8CE566C0-B115-A8F3-0583-8D2E1E50B388}"/>
                </a:ext>
              </a:extLst>
            </p:cNvPr>
            <p:cNvSpPr/>
            <p:nvPr/>
          </p:nvSpPr>
          <p:spPr>
            <a:xfrm>
              <a:off x="9697746" y="4016967"/>
              <a:ext cx="914400" cy="9144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LOAD</a:t>
              </a:r>
            </a:p>
          </p:txBody>
        </p:sp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0A48CC87-A0A3-C722-6F52-8D5F5DB6B35D}"/>
              </a:ext>
            </a:extLst>
          </p:cNvPr>
          <p:cNvSpPr txBox="1"/>
          <p:nvPr/>
        </p:nvSpPr>
        <p:spPr>
          <a:xfrm>
            <a:off x="6620671" y="2957621"/>
            <a:ext cx="6687057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DC voltage stabilizer, or voltage regulator, 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is a device that maintains a stable DC voltage output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despite fluctuations in the input voltage or load current.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These stabilizers are crucial for protecting sensitive electronic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devices that require a precise and consistent power supply. 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FFF62042-0845-D8B2-5CFA-70FF8FB33F3F}"/>
              </a:ext>
            </a:extLst>
          </p:cNvPr>
          <p:cNvSpPr txBox="1"/>
          <p:nvPr/>
        </p:nvSpPr>
        <p:spPr>
          <a:xfrm>
            <a:off x="6549074" y="2356097"/>
            <a:ext cx="6376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scadia Mono SemiBold" panose="020B0609020000020004" pitchFamily="49" charset="0"/>
              </a:rPr>
              <a:t>VOLTAGE STABILISER  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3F5A78C0-BF34-CD04-30B5-80D39EACC32F}"/>
              </a:ext>
            </a:extLst>
          </p:cNvPr>
          <p:cNvSpPr txBox="1"/>
          <p:nvPr/>
        </p:nvSpPr>
        <p:spPr>
          <a:xfrm>
            <a:off x="11048417" y="90137"/>
            <a:ext cx="1143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Buda Tech</a:t>
            </a:r>
          </a:p>
        </p:txBody>
      </p:sp>
      <p:sp>
        <p:nvSpPr>
          <p:cNvPr id="141" name="TextBox 140">
            <a:extLst>
              <a:ext uri="{FF2B5EF4-FFF2-40B4-BE49-F238E27FC236}">
                <a16:creationId xmlns:a16="http://schemas.microsoft.com/office/drawing/2014/main" id="{22BF9276-73C4-78A8-5F79-B48D9BDB56DB}"/>
              </a:ext>
            </a:extLst>
          </p:cNvPr>
          <p:cNvSpPr txBox="1"/>
          <p:nvPr/>
        </p:nvSpPr>
        <p:spPr>
          <a:xfrm>
            <a:off x="124961" y="3190401"/>
            <a:ext cx="970723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Battery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12CD5DC5-61AD-C867-7556-019C1D3652AF}"/>
              </a:ext>
            </a:extLst>
          </p:cNvPr>
          <p:cNvSpPr txBox="1"/>
          <p:nvPr/>
        </p:nvSpPr>
        <p:spPr>
          <a:xfrm>
            <a:off x="2286956" y="1682821"/>
            <a:ext cx="1422507" cy="7853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1N4007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diodes</a:t>
            </a:r>
          </a:p>
        </p:txBody>
      </p:sp>
      <p:sp>
        <p:nvSpPr>
          <p:cNvPr id="143" name="TextBox 142">
            <a:extLst>
              <a:ext uri="{FF2B5EF4-FFF2-40B4-BE49-F238E27FC236}">
                <a16:creationId xmlns:a16="http://schemas.microsoft.com/office/drawing/2014/main" id="{B740AE5B-B31C-4E10-A361-503BF3706938}"/>
              </a:ext>
            </a:extLst>
          </p:cNvPr>
          <p:cNvSpPr txBox="1"/>
          <p:nvPr/>
        </p:nvSpPr>
        <p:spPr>
          <a:xfrm>
            <a:off x="2269361" y="674266"/>
            <a:ext cx="1422507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Resistor</a:t>
            </a:r>
          </a:p>
        </p:txBody>
      </p:sp>
      <p:sp>
        <p:nvSpPr>
          <p:cNvPr id="144" name="TextBox 143">
            <a:extLst>
              <a:ext uri="{FF2B5EF4-FFF2-40B4-BE49-F238E27FC236}">
                <a16:creationId xmlns:a16="http://schemas.microsoft.com/office/drawing/2014/main" id="{CD9A3EB7-ED98-4AFF-E67A-B16FE1CBD7E1}"/>
              </a:ext>
            </a:extLst>
          </p:cNvPr>
          <p:cNvSpPr txBox="1"/>
          <p:nvPr/>
        </p:nvSpPr>
        <p:spPr>
          <a:xfrm>
            <a:off x="6553605" y="1479734"/>
            <a:ext cx="1422507" cy="4160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DMM</a:t>
            </a:r>
          </a:p>
        </p:txBody>
      </p:sp>
      <p:pic>
        <p:nvPicPr>
          <p:cNvPr id="147" name="Picture 146">
            <a:extLst>
              <a:ext uri="{FF2B5EF4-FFF2-40B4-BE49-F238E27FC236}">
                <a16:creationId xmlns:a16="http://schemas.microsoft.com/office/drawing/2014/main" id="{27E768EE-53F1-66E0-DAE1-306016C6C24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3538538" y="1226412"/>
            <a:ext cx="483255" cy="171882"/>
          </a:xfrm>
          <a:prstGeom prst="rect">
            <a:avLst/>
          </a:prstGeom>
        </p:spPr>
      </p:pic>
      <p:pic>
        <p:nvPicPr>
          <p:cNvPr id="148" name="Picture 147">
            <a:extLst>
              <a:ext uri="{FF2B5EF4-FFF2-40B4-BE49-F238E27FC236}">
                <a16:creationId xmlns:a16="http://schemas.microsoft.com/office/drawing/2014/main" id="{74E027D7-BB1E-09BF-D49C-926C7659E2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3536181" y="1856293"/>
            <a:ext cx="483255" cy="171882"/>
          </a:xfrm>
          <a:prstGeom prst="rect">
            <a:avLst/>
          </a:prstGeom>
        </p:spPr>
      </p:pic>
      <p:pic>
        <p:nvPicPr>
          <p:cNvPr id="149" name="Picture 148">
            <a:extLst>
              <a:ext uri="{FF2B5EF4-FFF2-40B4-BE49-F238E27FC236}">
                <a16:creationId xmlns:a16="http://schemas.microsoft.com/office/drawing/2014/main" id="{763D556C-29A1-4B70-A06D-11FDA36A4AD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3536180" y="2592213"/>
            <a:ext cx="483255" cy="171882"/>
          </a:xfrm>
          <a:prstGeom prst="rect">
            <a:avLst/>
          </a:prstGeom>
        </p:spPr>
      </p:pic>
      <p:pic>
        <p:nvPicPr>
          <p:cNvPr id="150" name="Picture 149">
            <a:extLst>
              <a:ext uri="{FF2B5EF4-FFF2-40B4-BE49-F238E27FC236}">
                <a16:creationId xmlns:a16="http://schemas.microsoft.com/office/drawing/2014/main" id="{86520C10-1E88-10BD-D69F-A79B22517A1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3514999" y="3271517"/>
            <a:ext cx="483255" cy="171882"/>
          </a:xfrm>
          <a:prstGeom prst="rect">
            <a:avLst/>
          </a:prstGeom>
        </p:spPr>
      </p:pic>
      <p:pic>
        <p:nvPicPr>
          <p:cNvPr id="151" name="Picture 150">
            <a:extLst>
              <a:ext uri="{FF2B5EF4-FFF2-40B4-BE49-F238E27FC236}">
                <a16:creationId xmlns:a16="http://schemas.microsoft.com/office/drawing/2014/main" id="{F19F8496-108D-2418-9E56-5C684C17CF9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3514999" y="4037156"/>
            <a:ext cx="483255" cy="17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11107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/>
      <p:bldP spid="139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61727B-825D-13D9-D883-E4F457B95C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roup 136">
            <a:extLst>
              <a:ext uri="{FF2B5EF4-FFF2-40B4-BE49-F238E27FC236}">
                <a16:creationId xmlns:a16="http://schemas.microsoft.com/office/drawing/2014/main" id="{07EF362A-D1D6-F2F5-F0C2-9D2237DF0972}"/>
              </a:ext>
            </a:extLst>
          </p:cNvPr>
          <p:cNvGrpSpPr/>
          <p:nvPr/>
        </p:nvGrpSpPr>
        <p:grpSpPr>
          <a:xfrm>
            <a:off x="0" y="375557"/>
            <a:ext cx="6687057" cy="4963886"/>
            <a:chOff x="1829708" y="490200"/>
            <a:chExt cx="7717674" cy="5446772"/>
          </a:xfrm>
        </p:grpSpPr>
        <p:grpSp>
          <p:nvGrpSpPr>
            <p:cNvPr id="135" name="Group 134">
              <a:extLst>
                <a:ext uri="{FF2B5EF4-FFF2-40B4-BE49-F238E27FC236}">
                  <a16:creationId xmlns:a16="http://schemas.microsoft.com/office/drawing/2014/main" id="{8A0D1945-28CE-B62D-1B61-EBDE73C20B17}"/>
                </a:ext>
              </a:extLst>
            </p:cNvPr>
            <p:cNvGrpSpPr/>
            <p:nvPr/>
          </p:nvGrpSpPr>
          <p:grpSpPr>
            <a:xfrm>
              <a:off x="1829708" y="490200"/>
              <a:ext cx="7717674" cy="5033044"/>
              <a:chOff x="3967997" y="279184"/>
              <a:chExt cx="7717674" cy="5033044"/>
            </a:xfrm>
          </p:grpSpPr>
          <p:grpSp>
            <p:nvGrpSpPr>
              <p:cNvPr id="116" name="Group 115">
                <a:extLst>
                  <a:ext uri="{FF2B5EF4-FFF2-40B4-BE49-F238E27FC236}">
                    <a16:creationId xmlns:a16="http://schemas.microsoft.com/office/drawing/2014/main" id="{BACAB3DC-D4A1-584C-0CA7-56E65F7FCA26}"/>
                  </a:ext>
                </a:extLst>
              </p:cNvPr>
              <p:cNvGrpSpPr/>
              <p:nvPr/>
            </p:nvGrpSpPr>
            <p:grpSpPr>
              <a:xfrm>
                <a:off x="3967997" y="371259"/>
                <a:ext cx="7717674" cy="4940969"/>
                <a:chOff x="1632316" y="719603"/>
                <a:chExt cx="9073346" cy="5416136"/>
              </a:xfrm>
            </p:grpSpPr>
            <p:grpSp>
              <p:nvGrpSpPr>
                <p:cNvPr id="10" name="Group 9">
                  <a:extLst>
                    <a:ext uri="{FF2B5EF4-FFF2-40B4-BE49-F238E27FC236}">
                      <a16:creationId xmlns:a16="http://schemas.microsoft.com/office/drawing/2014/main" id="{AB7168A1-9EC8-90A6-2FF1-9E1BED00ADC7}"/>
                    </a:ext>
                  </a:extLst>
                </p:cNvPr>
                <p:cNvGrpSpPr/>
                <p:nvPr/>
              </p:nvGrpSpPr>
              <p:grpSpPr>
                <a:xfrm>
                  <a:off x="7171771" y="1452443"/>
                  <a:ext cx="319893" cy="3953113"/>
                  <a:chOff x="6530086" y="249919"/>
                  <a:chExt cx="474376" cy="5132986"/>
                </a:xfrm>
              </p:grpSpPr>
              <p:pic>
                <p:nvPicPr>
                  <p:cNvPr id="5" name="Picture 4">
                    <a:extLst>
                      <a:ext uri="{FF2B5EF4-FFF2-40B4-BE49-F238E27FC236}">
                        <a16:creationId xmlns:a16="http://schemas.microsoft.com/office/drawing/2014/main" id="{94B90780-F3A6-AC43-940C-B976CED7385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390" b="89437" l="714" r="98286">
                                <a14:foregroundMark x1="2571" y1="76056" x2="2571" y2="76056"/>
                                <a14:foregroundMark x1="857" y1="77934" x2="24571" y2="63380"/>
                                <a14:foregroundMark x1="24571" y1="63380" x2="24857" y2="61268"/>
                                <a14:foregroundMark x1="15143" y1="67606" x2="26143" y2="61737"/>
                                <a14:foregroundMark x1="72143" y1="29108" x2="98286" y2="12676"/>
                                <a14:foregroundMark x1="29571" y1="73474" x2="29571" y2="73474"/>
                                <a14:foregroundMark x1="27143" y1="67606" x2="27143" y2="67606"/>
                                <a14:foregroundMark x1="77000" y1="32864" x2="73571" y2="34977"/>
                                <a14:foregroundMark x1="83429" y1="29577" x2="78000" y2="31925"/>
                                <a14:foregroundMark x1="73714" y1="35211" x2="73571" y2="35915"/>
                              </a14:backgroundRemoval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6748925">
                    <a:off x="6379726" y="2525607"/>
                    <a:ext cx="776759" cy="472713"/>
                  </a:xfrm>
                  <a:prstGeom prst="rect">
                    <a:avLst/>
                  </a:prstGeom>
                </p:spPr>
              </p:pic>
              <p:pic>
                <p:nvPicPr>
                  <p:cNvPr id="6" name="Picture 5">
                    <a:extLst>
                      <a:ext uri="{FF2B5EF4-FFF2-40B4-BE49-F238E27FC236}">
                        <a16:creationId xmlns:a16="http://schemas.microsoft.com/office/drawing/2014/main" id="{2B7AFD5E-C0A5-B6C7-F1DD-E25CB3DD0696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390" b="89437" l="714" r="98286">
                                <a14:foregroundMark x1="2571" y1="76056" x2="2571" y2="76056"/>
                                <a14:foregroundMark x1="857" y1="77934" x2="24571" y2="63380"/>
                                <a14:foregroundMark x1="24571" y1="63380" x2="24857" y2="61268"/>
                                <a14:foregroundMark x1="15143" y1="67606" x2="26143" y2="61737"/>
                                <a14:foregroundMark x1="72143" y1="29108" x2="98286" y2="12676"/>
                                <a14:foregroundMark x1="29571" y1="73474" x2="29571" y2="73474"/>
                                <a14:foregroundMark x1="27143" y1="67606" x2="27143" y2="67606"/>
                                <a14:foregroundMark x1="77000" y1="32864" x2="73571" y2="34977"/>
                                <a14:foregroundMark x1="83429" y1="29577" x2="78000" y2="31925"/>
                                <a14:foregroundMark x1="73714" y1="35211" x2="73571" y2="35915"/>
                              </a14:backgroundRemoval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6748925">
                    <a:off x="6379726" y="3641888"/>
                    <a:ext cx="776759" cy="472713"/>
                  </a:xfrm>
                  <a:prstGeom prst="rect">
                    <a:avLst/>
                  </a:prstGeom>
                </p:spPr>
              </p:pic>
              <p:pic>
                <p:nvPicPr>
                  <p:cNvPr id="7" name="Picture 6">
                    <a:extLst>
                      <a:ext uri="{FF2B5EF4-FFF2-40B4-BE49-F238E27FC236}">
                        <a16:creationId xmlns:a16="http://schemas.microsoft.com/office/drawing/2014/main" id="{F006EE13-9696-2C9E-77B4-D32ED159DF0A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390" b="89437" l="714" r="98286">
                                <a14:foregroundMark x1="2571" y1="76056" x2="2571" y2="76056"/>
                                <a14:foregroundMark x1="857" y1="77934" x2="24571" y2="63380"/>
                                <a14:foregroundMark x1="24571" y1="63380" x2="24857" y2="61268"/>
                                <a14:foregroundMark x1="15143" y1="67606" x2="26143" y2="61737"/>
                                <a14:foregroundMark x1="72143" y1="29108" x2="98286" y2="12676"/>
                                <a14:foregroundMark x1="29571" y1="73474" x2="29571" y2="73474"/>
                                <a14:foregroundMark x1="27143" y1="67606" x2="27143" y2="67606"/>
                                <a14:foregroundMark x1="77000" y1="32864" x2="73571" y2="34977"/>
                                <a14:foregroundMark x1="83429" y1="29577" x2="78000" y2="31925"/>
                                <a14:foregroundMark x1="73714" y1="35211" x2="73571" y2="35915"/>
                              </a14:backgroundRemoval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6748925">
                    <a:off x="6379726" y="4758169"/>
                    <a:ext cx="776759" cy="472713"/>
                  </a:xfrm>
                  <a:prstGeom prst="rect">
                    <a:avLst/>
                  </a:prstGeom>
                </p:spPr>
              </p:pic>
              <p:pic>
                <p:nvPicPr>
                  <p:cNvPr id="8" name="Picture 7">
                    <a:extLst>
                      <a:ext uri="{FF2B5EF4-FFF2-40B4-BE49-F238E27FC236}">
                        <a16:creationId xmlns:a16="http://schemas.microsoft.com/office/drawing/2014/main" id="{1FC1C87A-49E2-9282-232E-C0CDB6990F64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390" b="89437" l="714" r="98286">
                                <a14:foregroundMark x1="2571" y1="76056" x2="2571" y2="76056"/>
                                <a14:foregroundMark x1="857" y1="77934" x2="24571" y2="63380"/>
                                <a14:foregroundMark x1="24571" y1="63380" x2="24857" y2="61268"/>
                                <a14:foregroundMark x1="15143" y1="67606" x2="26143" y2="61737"/>
                                <a14:foregroundMark x1="72143" y1="29108" x2="98286" y2="12676"/>
                                <a14:foregroundMark x1="29571" y1="73474" x2="29571" y2="73474"/>
                                <a14:foregroundMark x1="27143" y1="67606" x2="27143" y2="67606"/>
                                <a14:foregroundMark x1="77000" y1="32864" x2="73571" y2="34977"/>
                                <a14:foregroundMark x1="83429" y1="29577" x2="78000" y2="31925"/>
                                <a14:foregroundMark x1="73714" y1="35211" x2="73571" y2="35915"/>
                              </a14:backgroundRemoval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6748925">
                    <a:off x="6378064" y="1409326"/>
                    <a:ext cx="776759" cy="472713"/>
                  </a:xfrm>
                  <a:prstGeom prst="rect">
                    <a:avLst/>
                  </a:prstGeom>
                </p:spPr>
              </p:pic>
              <p:pic>
                <p:nvPicPr>
                  <p:cNvPr id="9" name="Picture 8">
                    <a:extLst>
                      <a:ext uri="{FF2B5EF4-FFF2-40B4-BE49-F238E27FC236}">
                        <a16:creationId xmlns:a16="http://schemas.microsoft.com/office/drawing/2014/main" id="{78A35988-86FA-2FBA-1034-762AADECD38C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>
                    <a:extLst>
                      <a:ext uri="{BEBA8EAE-BF5A-486C-A8C5-ECC9F3942E4B}">
                        <a14:imgProps xmlns:a14="http://schemas.microsoft.com/office/drawing/2010/main">
                          <a14:imgLayer r:embed="rId3">
                            <a14:imgEffect>
                              <a14:backgroundRemoval t="9390" b="89437" l="714" r="98286">
                                <a14:foregroundMark x1="2571" y1="76056" x2="2571" y2="76056"/>
                                <a14:foregroundMark x1="857" y1="77934" x2="24571" y2="63380"/>
                                <a14:foregroundMark x1="24571" y1="63380" x2="24857" y2="61268"/>
                                <a14:foregroundMark x1="15143" y1="67606" x2="26143" y2="61737"/>
                                <a14:foregroundMark x1="72143" y1="29108" x2="98286" y2="12676"/>
                                <a14:foregroundMark x1="29571" y1="73474" x2="29571" y2="73474"/>
                                <a14:foregroundMark x1="27143" y1="67606" x2="27143" y2="67606"/>
                                <a14:foregroundMark x1="77000" y1="32864" x2="73571" y2="34977"/>
                                <a14:foregroundMark x1="83429" y1="29577" x2="78000" y2="31925"/>
                                <a14:foregroundMark x1="73714" y1="35211" x2="73571" y2="35915"/>
                              </a14:backgroundRemoval>
                            </a14:imgEffect>
                          </a14:imgLayer>
                        </a14:imgProps>
                      </a:ex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tretch>
                    <a:fillRect/>
                  </a:stretch>
                </p:blipFill>
                <p:spPr>
                  <a:xfrm rot="6748925">
                    <a:off x="6378063" y="401942"/>
                    <a:ext cx="776759" cy="472713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1" name="Picture 10">
                  <a:extLst>
                    <a:ext uri="{FF2B5EF4-FFF2-40B4-BE49-F238E27FC236}">
                      <a16:creationId xmlns:a16="http://schemas.microsoft.com/office/drawing/2014/main" id="{3DAEA228-45FE-282C-8353-81FE818D78C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5400000">
                  <a:off x="1469034" y="2796570"/>
                  <a:ext cx="1950794" cy="1624229"/>
                </a:xfrm>
                <a:prstGeom prst="rect">
                  <a:avLst/>
                </a:prstGeom>
              </p:spPr>
            </p:pic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80CF5CA9-E482-6E53-3689-6B269A0080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t="36811" b="36590"/>
                <a:stretch/>
              </p:blipFill>
              <p:spPr>
                <a:xfrm rot="10800000" flipV="1">
                  <a:off x="4816574" y="1013654"/>
                  <a:ext cx="1075964" cy="127689"/>
                </a:xfrm>
                <a:prstGeom prst="rect">
                  <a:avLst/>
                </a:prstGeom>
              </p:spPr>
            </p:pic>
            <p:cxnSp>
              <p:nvCxnSpPr>
                <p:cNvPr id="14" name="Straight Connector 13">
                  <a:extLst>
                    <a:ext uri="{FF2B5EF4-FFF2-40B4-BE49-F238E27FC236}">
                      <a16:creationId xmlns:a16="http://schemas.microsoft.com/office/drawing/2014/main" id="{8CCA08FA-B010-2685-BAAE-4FDDA2769F92}"/>
                    </a:ext>
                  </a:extLst>
                </p:cNvPr>
                <p:cNvCxnSpPr>
                  <a:cxnSpLocks/>
                  <a:endCxn id="12" idx="3"/>
                </p:cNvCxnSpPr>
                <p:nvPr/>
              </p:nvCxnSpPr>
              <p:spPr>
                <a:xfrm rot="5400000" flipH="1" flipV="1">
                  <a:off x="2815152" y="1427579"/>
                  <a:ext cx="2351501" cy="1651343"/>
                </a:xfrm>
                <a:prstGeom prst="bentConnector2">
                  <a:avLst/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" name="Straight Connector 13">
                  <a:extLst>
                    <a:ext uri="{FF2B5EF4-FFF2-40B4-BE49-F238E27FC236}">
                      <a16:creationId xmlns:a16="http://schemas.microsoft.com/office/drawing/2014/main" id="{AF8AC2CF-847E-55B6-EE7C-978B7AA25F9D}"/>
                    </a:ext>
                  </a:extLst>
                </p:cNvPr>
                <p:cNvCxnSpPr>
                  <a:cxnSpLocks/>
                  <a:endCxn id="12" idx="1"/>
                </p:cNvCxnSpPr>
                <p:nvPr/>
              </p:nvCxnSpPr>
              <p:spPr>
                <a:xfrm rot="10800000">
                  <a:off x="5892539" y="1077500"/>
                  <a:ext cx="1438619" cy="336727"/>
                </a:xfrm>
                <a:prstGeom prst="bentConnector3">
                  <a:avLst>
                    <a:gd name="adj1" fmla="val -2256"/>
                  </a:avLst>
                </a:prstGeom>
                <a:ln w="38100">
                  <a:solidFill>
                    <a:srgbClr val="FF00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5" name="Oval 24">
                  <a:extLst>
                    <a:ext uri="{FF2B5EF4-FFF2-40B4-BE49-F238E27FC236}">
                      <a16:creationId xmlns:a16="http://schemas.microsoft.com/office/drawing/2014/main" id="{2AF84F48-991A-B0B7-B901-751190175F5B}"/>
                    </a:ext>
                  </a:extLst>
                </p:cNvPr>
                <p:cNvSpPr/>
                <p:nvPr/>
              </p:nvSpPr>
              <p:spPr>
                <a:xfrm>
                  <a:off x="7318889" y="1396183"/>
                  <a:ext cx="92467" cy="7371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6" name="Oval 25">
                  <a:extLst>
                    <a:ext uri="{FF2B5EF4-FFF2-40B4-BE49-F238E27FC236}">
                      <a16:creationId xmlns:a16="http://schemas.microsoft.com/office/drawing/2014/main" id="{2D9C94FA-96AF-9903-B329-93F8C43CBDE7}"/>
                    </a:ext>
                  </a:extLst>
                </p:cNvPr>
                <p:cNvSpPr/>
                <p:nvPr/>
              </p:nvSpPr>
              <p:spPr>
                <a:xfrm>
                  <a:off x="3118997" y="3355289"/>
                  <a:ext cx="92467" cy="73711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27" name="Straight Connector 13">
                  <a:extLst>
                    <a:ext uri="{FF2B5EF4-FFF2-40B4-BE49-F238E27FC236}">
                      <a16:creationId xmlns:a16="http://schemas.microsoft.com/office/drawing/2014/main" id="{7866E98C-BA77-8F9C-D47E-5CD9C65FDB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0800000">
                  <a:off x="3165237" y="3825575"/>
                  <a:ext cx="3904271" cy="2310163"/>
                </a:xfrm>
                <a:prstGeom prst="bentConnector3">
                  <a:avLst>
                    <a:gd name="adj1" fmla="val 99533"/>
                  </a:avLst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33" name="Oval 32">
                  <a:extLst>
                    <a:ext uri="{FF2B5EF4-FFF2-40B4-BE49-F238E27FC236}">
                      <a16:creationId xmlns:a16="http://schemas.microsoft.com/office/drawing/2014/main" id="{6FF539B1-BE8D-77B1-0B3B-4097FE6369DF}"/>
                    </a:ext>
                  </a:extLst>
                </p:cNvPr>
                <p:cNvSpPr/>
                <p:nvPr/>
              </p:nvSpPr>
              <p:spPr>
                <a:xfrm>
                  <a:off x="3118997" y="37887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34" name="Straight Connector 13">
                  <a:extLst>
                    <a:ext uri="{FF2B5EF4-FFF2-40B4-BE49-F238E27FC236}">
                      <a16:creationId xmlns:a16="http://schemas.microsoft.com/office/drawing/2014/main" id="{7FE61F25-18F6-CFB8-EFE1-C83636C6AE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 flipV="1">
                  <a:off x="6854351" y="5658933"/>
                  <a:ext cx="691964" cy="261648"/>
                </a:xfrm>
                <a:prstGeom prst="bentConnector3">
                  <a:avLst>
                    <a:gd name="adj1" fmla="val -124"/>
                  </a:avLst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53F507D8-0A0F-63C9-E044-291D367C8038}"/>
                    </a:ext>
                  </a:extLst>
                </p:cNvPr>
                <p:cNvGrpSpPr/>
                <p:nvPr/>
              </p:nvGrpSpPr>
              <p:grpSpPr>
                <a:xfrm>
                  <a:off x="7291274" y="2010086"/>
                  <a:ext cx="92467" cy="276072"/>
                  <a:chOff x="7885911" y="2052016"/>
                  <a:chExt cx="92467" cy="276072"/>
                </a:xfrm>
              </p:grpSpPr>
              <p:cxnSp>
                <p:nvCxnSpPr>
                  <p:cNvPr id="52" name="Straight Connector 13">
                    <a:extLst>
                      <a:ext uri="{FF2B5EF4-FFF2-40B4-BE49-F238E27FC236}">
                        <a16:creationId xmlns:a16="http://schemas.microsoft.com/office/drawing/2014/main" id="{B607133D-319C-97CE-BF83-6A60054B01A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919877" y="2062168"/>
                    <a:ext cx="12268" cy="255768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Oval 52">
                    <a:extLst>
                      <a:ext uri="{FF2B5EF4-FFF2-40B4-BE49-F238E27FC236}">
                        <a16:creationId xmlns:a16="http://schemas.microsoft.com/office/drawing/2014/main" id="{85C188AB-A58B-A4A8-D13B-4D57FEE1F4B9}"/>
                      </a:ext>
                    </a:extLst>
                  </p:cNvPr>
                  <p:cNvSpPr/>
                  <p:nvPr/>
                </p:nvSpPr>
                <p:spPr>
                  <a:xfrm>
                    <a:off x="7885911" y="2052016"/>
                    <a:ext cx="92467" cy="7371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4" name="Oval 53">
                    <a:extLst>
                      <a:ext uri="{FF2B5EF4-FFF2-40B4-BE49-F238E27FC236}">
                        <a16:creationId xmlns:a16="http://schemas.microsoft.com/office/drawing/2014/main" id="{AA318FD6-F875-DBA3-A28F-F9F83242D8D2}"/>
                      </a:ext>
                    </a:extLst>
                  </p:cNvPr>
                  <p:cNvSpPr/>
                  <p:nvPr/>
                </p:nvSpPr>
                <p:spPr>
                  <a:xfrm>
                    <a:off x="7885911" y="2254377"/>
                    <a:ext cx="92467" cy="7371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AB6F56F1-1DE9-B16E-553F-5D09514EF218}"/>
                    </a:ext>
                  </a:extLst>
                </p:cNvPr>
                <p:cNvGrpSpPr/>
                <p:nvPr/>
              </p:nvGrpSpPr>
              <p:grpSpPr>
                <a:xfrm>
                  <a:off x="7291274" y="2814960"/>
                  <a:ext cx="92467" cy="276072"/>
                  <a:chOff x="7885911" y="2052016"/>
                  <a:chExt cx="92467" cy="276072"/>
                </a:xfrm>
              </p:grpSpPr>
              <p:cxnSp>
                <p:nvCxnSpPr>
                  <p:cNvPr id="57" name="Straight Connector 13">
                    <a:extLst>
                      <a:ext uri="{FF2B5EF4-FFF2-40B4-BE49-F238E27FC236}">
                        <a16:creationId xmlns:a16="http://schemas.microsoft.com/office/drawing/2014/main" id="{5B6CD317-E4A6-23C8-184F-E1708DF1E4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919877" y="2062168"/>
                    <a:ext cx="12268" cy="255768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8" name="Oval 57">
                    <a:extLst>
                      <a:ext uri="{FF2B5EF4-FFF2-40B4-BE49-F238E27FC236}">
                        <a16:creationId xmlns:a16="http://schemas.microsoft.com/office/drawing/2014/main" id="{B46530B0-8E01-8644-3BB3-99340F0FB678}"/>
                      </a:ext>
                    </a:extLst>
                  </p:cNvPr>
                  <p:cNvSpPr/>
                  <p:nvPr/>
                </p:nvSpPr>
                <p:spPr>
                  <a:xfrm>
                    <a:off x="7885911" y="2052016"/>
                    <a:ext cx="92467" cy="7371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59" name="Oval 58">
                    <a:extLst>
                      <a:ext uri="{FF2B5EF4-FFF2-40B4-BE49-F238E27FC236}">
                        <a16:creationId xmlns:a16="http://schemas.microsoft.com/office/drawing/2014/main" id="{AE35EF51-371D-EADB-3BC5-1C84D12D68A3}"/>
                      </a:ext>
                    </a:extLst>
                  </p:cNvPr>
                  <p:cNvSpPr/>
                  <p:nvPr/>
                </p:nvSpPr>
                <p:spPr>
                  <a:xfrm>
                    <a:off x="7885911" y="2254377"/>
                    <a:ext cx="92467" cy="7371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0" name="Group 59">
                  <a:extLst>
                    <a:ext uri="{FF2B5EF4-FFF2-40B4-BE49-F238E27FC236}">
                      <a16:creationId xmlns:a16="http://schemas.microsoft.com/office/drawing/2014/main" id="{F9B05AE3-4699-87F7-20D8-DABDD2C18CA1}"/>
                    </a:ext>
                  </a:extLst>
                </p:cNvPr>
                <p:cNvGrpSpPr/>
                <p:nvPr/>
              </p:nvGrpSpPr>
              <p:grpSpPr>
                <a:xfrm>
                  <a:off x="7291274" y="3678876"/>
                  <a:ext cx="92467" cy="276072"/>
                  <a:chOff x="7885911" y="2052016"/>
                  <a:chExt cx="92467" cy="276072"/>
                </a:xfrm>
              </p:grpSpPr>
              <p:cxnSp>
                <p:nvCxnSpPr>
                  <p:cNvPr id="61" name="Straight Connector 13">
                    <a:extLst>
                      <a:ext uri="{FF2B5EF4-FFF2-40B4-BE49-F238E27FC236}">
                        <a16:creationId xmlns:a16="http://schemas.microsoft.com/office/drawing/2014/main" id="{3A53627F-A4B4-D43C-D3DB-30AB6996941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919877" y="2062168"/>
                    <a:ext cx="12268" cy="255768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66DC17EB-48B7-FB20-BE4F-98044354FA64}"/>
                      </a:ext>
                    </a:extLst>
                  </p:cNvPr>
                  <p:cNvSpPr/>
                  <p:nvPr/>
                </p:nvSpPr>
                <p:spPr>
                  <a:xfrm>
                    <a:off x="7885911" y="2052016"/>
                    <a:ext cx="92467" cy="7371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3" name="Oval 62">
                    <a:extLst>
                      <a:ext uri="{FF2B5EF4-FFF2-40B4-BE49-F238E27FC236}">
                        <a16:creationId xmlns:a16="http://schemas.microsoft.com/office/drawing/2014/main" id="{2DCC265C-7C42-354A-5B6F-96F5375600DA}"/>
                      </a:ext>
                    </a:extLst>
                  </p:cNvPr>
                  <p:cNvSpPr/>
                  <p:nvPr/>
                </p:nvSpPr>
                <p:spPr>
                  <a:xfrm>
                    <a:off x="7885911" y="2254377"/>
                    <a:ext cx="92467" cy="7371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B16405A5-9F7B-8249-FE01-EBC08A1C5EB8}"/>
                    </a:ext>
                  </a:extLst>
                </p:cNvPr>
                <p:cNvGrpSpPr/>
                <p:nvPr/>
              </p:nvGrpSpPr>
              <p:grpSpPr>
                <a:xfrm>
                  <a:off x="7291274" y="4542792"/>
                  <a:ext cx="92467" cy="276072"/>
                  <a:chOff x="7885911" y="2052016"/>
                  <a:chExt cx="92467" cy="276072"/>
                </a:xfrm>
              </p:grpSpPr>
              <p:cxnSp>
                <p:nvCxnSpPr>
                  <p:cNvPr id="65" name="Straight Connector 13">
                    <a:extLst>
                      <a:ext uri="{FF2B5EF4-FFF2-40B4-BE49-F238E27FC236}">
                        <a16:creationId xmlns:a16="http://schemas.microsoft.com/office/drawing/2014/main" id="{F9395930-E758-6AB3-FEF5-C7DAF50FA52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919877" y="2062168"/>
                    <a:ext cx="12268" cy="255768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" name="Oval 65">
                    <a:extLst>
                      <a:ext uri="{FF2B5EF4-FFF2-40B4-BE49-F238E27FC236}">
                        <a16:creationId xmlns:a16="http://schemas.microsoft.com/office/drawing/2014/main" id="{5FCC616A-0ACA-077F-3841-2C0BB86C525E}"/>
                      </a:ext>
                    </a:extLst>
                  </p:cNvPr>
                  <p:cNvSpPr/>
                  <p:nvPr/>
                </p:nvSpPr>
                <p:spPr>
                  <a:xfrm>
                    <a:off x="7885911" y="2052016"/>
                    <a:ext cx="92467" cy="7371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67" name="Oval 66">
                    <a:extLst>
                      <a:ext uri="{FF2B5EF4-FFF2-40B4-BE49-F238E27FC236}">
                        <a16:creationId xmlns:a16="http://schemas.microsoft.com/office/drawing/2014/main" id="{61D01F2B-F2ED-D458-F790-052573E7B3CA}"/>
                      </a:ext>
                    </a:extLst>
                  </p:cNvPr>
                  <p:cNvSpPr/>
                  <p:nvPr/>
                </p:nvSpPr>
                <p:spPr>
                  <a:xfrm>
                    <a:off x="7885911" y="2254377"/>
                    <a:ext cx="92467" cy="7371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68" name="Group 67">
                  <a:extLst>
                    <a:ext uri="{FF2B5EF4-FFF2-40B4-BE49-F238E27FC236}">
                      <a16:creationId xmlns:a16="http://schemas.microsoft.com/office/drawing/2014/main" id="{9C5F1D93-7784-802E-4DB3-5829DB968D91}"/>
                    </a:ext>
                  </a:extLst>
                </p:cNvPr>
                <p:cNvGrpSpPr/>
                <p:nvPr/>
              </p:nvGrpSpPr>
              <p:grpSpPr>
                <a:xfrm>
                  <a:off x="7291274" y="5406708"/>
                  <a:ext cx="92467" cy="276072"/>
                  <a:chOff x="7885911" y="2052016"/>
                  <a:chExt cx="92467" cy="276072"/>
                </a:xfrm>
              </p:grpSpPr>
              <p:cxnSp>
                <p:nvCxnSpPr>
                  <p:cNvPr id="69" name="Straight Connector 13">
                    <a:extLst>
                      <a:ext uri="{FF2B5EF4-FFF2-40B4-BE49-F238E27FC236}">
                        <a16:creationId xmlns:a16="http://schemas.microsoft.com/office/drawing/2014/main" id="{59E21513-C3DC-7199-894F-83024B76665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V="1">
                    <a:off x="7919877" y="2062168"/>
                    <a:ext cx="12268" cy="255768"/>
                  </a:xfrm>
                  <a:prstGeom prst="straightConnector1">
                    <a:avLst/>
                  </a:prstGeom>
                  <a:ln w="381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0" name="Oval 69">
                    <a:extLst>
                      <a:ext uri="{FF2B5EF4-FFF2-40B4-BE49-F238E27FC236}">
                        <a16:creationId xmlns:a16="http://schemas.microsoft.com/office/drawing/2014/main" id="{5D7E7C9C-86BF-A2E3-0039-D39036D33271}"/>
                      </a:ext>
                    </a:extLst>
                  </p:cNvPr>
                  <p:cNvSpPr/>
                  <p:nvPr/>
                </p:nvSpPr>
                <p:spPr>
                  <a:xfrm>
                    <a:off x="7885911" y="2052016"/>
                    <a:ext cx="92467" cy="7371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71" name="Oval 70">
                    <a:extLst>
                      <a:ext uri="{FF2B5EF4-FFF2-40B4-BE49-F238E27FC236}">
                        <a16:creationId xmlns:a16="http://schemas.microsoft.com/office/drawing/2014/main" id="{F8BC8411-EC7B-4F22-70FD-2F019FE9614D}"/>
                      </a:ext>
                    </a:extLst>
                  </p:cNvPr>
                  <p:cNvSpPr/>
                  <p:nvPr/>
                </p:nvSpPr>
                <p:spPr>
                  <a:xfrm>
                    <a:off x="7885911" y="2254377"/>
                    <a:ext cx="92467" cy="73711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pic>
              <p:nvPicPr>
                <p:cNvPr id="73" name="Picture 72">
                  <a:extLst>
                    <a:ext uri="{FF2B5EF4-FFF2-40B4-BE49-F238E27FC236}">
                      <a16:creationId xmlns:a16="http://schemas.microsoft.com/office/drawing/2014/main" id="{83DFB28E-9C7B-A1A6-E36E-1263C29D0A2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7517" t="10570" r="37380" b="9190"/>
                <a:stretch/>
              </p:blipFill>
              <p:spPr>
                <a:xfrm>
                  <a:off x="8906053" y="719603"/>
                  <a:ext cx="1799609" cy="3201548"/>
                </a:xfrm>
                <a:prstGeom prst="rect">
                  <a:avLst/>
                </a:prstGeom>
              </p:spPr>
            </p:pic>
            <p:cxnSp>
              <p:nvCxnSpPr>
                <p:cNvPr id="75" name="Straight Connector 13">
                  <a:extLst>
                    <a:ext uri="{FF2B5EF4-FFF2-40B4-BE49-F238E27FC236}">
                      <a16:creationId xmlns:a16="http://schemas.microsoft.com/office/drawing/2014/main" id="{1A8844C2-3598-7676-51CC-B79CCB953D3A}"/>
                    </a:ext>
                  </a:extLst>
                </p:cNvPr>
                <p:cNvCxnSpPr>
                  <a:cxnSpLocks/>
                  <a:stCxn id="25" idx="6"/>
                </p:cNvCxnSpPr>
                <p:nvPr/>
              </p:nvCxnSpPr>
              <p:spPr>
                <a:xfrm>
                  <a:off x="7411356" y="1433039"/>
                  <a:ext cx="2815132" cy="2245837"/>
                </a:xfrm>
                <a:prstGeom prst="bentConnector3">
                  <a:avLst>
                    <a:gd name="adj1" fmla="val 50000"/>
                  </a:avLst>
                </a:prstGeom>
                <a:ln w="38100">
                  <a:solidFill>
                    <a:srgbClr val="EB192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3">
                  <a:extLst>
                    <a:ext uri="{FF2B5EF4-FFF2-40B4-BE49-F238E27FC236}">
                      <a16:creationId xmlns:a16="http://schemas.microsoft.com/office/drawing/2014/main" id="{3D5CE04C-94CB-A899-136F-9E4A55694F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296145" y="3724390"/>
                  <a:ext cx="2509712" cy="1715507"/>
                </a:xfrm>
                <a:prstGeom prst="bentConnector3">
                  <a:avLst>
                    <a:gd name="adj1" fmla="val 100776"/>
                  </a:avLst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3">
                  <a:extLst>
                    <a:ext uri="{FF2B5EF4-FFF2-40B4-BE49-F238E27FC236}">
                      <a16:creationId xmlns:a16="http://schemas.microsoft.com/office/drawing/2014/main" id="{39ED54DF-1508-77EA-24E8-5BFA721241E6}"/>
                    </a:ext>
                  </a:extLst>
                </p:cNvPr>
                <p:cNvCxnSpPr>
                  <a:cxnSpLocks/>
                  <a:endCxn id="119" idx="0"/>
                </p:cNvCxnSpPr>
                <p:nvPr/>
              </p:nvCxnSpPr>
              <p:spPr>
                <a:xfrm flipH="1">
                  <a:off x="8193470" y="1429163"/>
                  <a:ext cx="27729" cy="1280565"/>
                </a:xfrm>
                <a:prstGeom prst="straightConnector1">
                  <a:avLst/>
                </a:prstGeom>
                <a:ln w="38100">
                  <a:solidFill>
                    <a:srgbClr val="EB192B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3">
                  <a:extLst>
                    <a:ext uri="{FF2B5EF4-FFF2-40B4-BE49-F238E27FC236}">
                      <a16:creationId xmlns:a16="http://schemas.microsoft.com/office/drawing/2014/main" id="{FD61C250-BDE0-30FA-9EB7-3C62411B7232}"/>
                    </a:ext>
                  </a:extLst>
                </p:cNvPr>
                <p:cNvCxnSpPr>
                  <a:cxnSpLocks/>
                  <a:endCxn id="119" idx="2"/>
                </p:cNvCxnSpPr>
                <p:nvPr/>
              </p:nvCxnSpPr>
              <p:spPr>
                <a:xfrm flipV="1">
                  <a:off x="8193470" y="3712065"/>
                  <a:ext cx="0" cy="1727587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19" name="Rectangle 118">
                <a:extLst>
                  <a:ext uri="{FF2B5EF4-FFF2-40B4-BE49-F238E27FC236}">
                    <a16:creationId xmlns:a16="http://schemas.microsoft.com/office/drawing/2014/main" id="{86C3F2A8-DB64-5C84-6355-B6F489293628}"/>
                  </a:ext>
                </a:extLst>
              </p:cNvPr>
              <p:cNvSpPr/>
              <p:nvPr/>
            </p:nvSpPr>
            <p:spPr>
              <a:xfrm>
                <a:off x="9091632" y="2186787"/>
                <a:ext cx="914400" cy="914400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LOAD</a:t>
                </a:r>
              </a:p>
            </p:txBody>
          </p:sp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F2453124-3543-D846-E8CC-23378B93058F}"/>
                  </a:ext>
                </a:extLst>
              </p:cNvPr>
              <p:cNvSpPr txBox="1"/>
              <p:nvPr/>
            </p:nvSpPr>
            <p:spPr>
              <a:xfrm>
                <a:off x="6907102" y="279184"/>
                <a:ext cx="45397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Cascadia Mono SemiBold" panose="020B0609020000020004" pitchFamily="49" charset="0"/>
                    <a:cs typeface="Cascadia Mono SemiBold" panose="020B0609020000020004" pitchFamily="49" charset="0"/>
                  </a:rPr>
                  <a:t>R1</a:t>
                </a:r>
              </a:p>
            </p:txBody>
          </p:sp>
        </p:grpSp>
        <p:pic>
          <p:nvPicPr>
            <p:cNvPr id="136" name="Picture 135">
              <a:extLst>
                <a:ext uri="{FF2B5EF4-FFF2-40B4-BE49-F238E27FC236}">
                  <a16:creationId xmlns:a16="http://schemas.microsoft.com/office/drawing/2014/main" id="{9BA34616-BBD1-0741-1E91-7F7580E416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792" t="20693" r="28034" b="28320"/>
            <a:stretch/>
          </p:blipFill>
          <p:spPr>
            <a:xfrm>
              <a:off x="4585179" y="5523244"/>
              <a:ext cx="417745" cy="413728"/>
            </a:xfrm>
            <a:prstGeom prst="rect">
              <a:avLst/>
            </a:prstGeom>
          </p:spPr>
        </p:pic>
      </p:grpSp>
      <p:sp>
        <p:nvSpPr>
          <p:cNvPr id="138" name="TextBox 137">
            <a:extLst>
              <a:ext uri="{FF2B5EF4-FFF2-40B4-BE49-F238E27FC236}">
                <a16:creationId xmlns:a16="http://schemas.microsoft.com/office/drawing/2014/main" id="{1340D7CD-18E9-492D-1CC6-2675769285B5}"/>
              </a:ext>
            </a:extLst>
          </p:cNvPr>
          <p:cNvSpPr txBox="1"/>
          <p:nvPr/>
        </p:nvSpPr>
        <p:spPr>
          <a:xfrm>
            <a:off x="6620671" y="2957621"/>
            <a:ext cx="6687057" cy="18933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A DC voltage stabilizer, or voltage regulator, 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is a device that maintains a stable DC voltage output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despite fluctuations in the input voltage or load current.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 These stabilizers are crucial for protecting sensitive electronic</a:t>
            </a:r>
          </a:p>
          <a:p>
            <a:pPr>
              <a:lnSpc>
                <a:spcPct val="150000"/>
              </a:lnSpc>
            </a:pPr>
            <a:r>
              <a:rPr lang="en-US" sz="1600" b="0" i="0" dirty="0">
                <a:effectLst/>
                <a:latin typeface="Cambria" panose="02040503050406030204" pitchFamily="18" charset="0"/>
                <a:ea typeface="Cambria" panose="02040503050406030204" pitchFamily="18" charset="0"/>
              </a:rPr>
              <a:t> devices that require a precise and consistent power supply. 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139" name="TextBox 138">
            <a:extLst>
              <a:ext uri="{FF2B5EF4-FFF2-40B4-BE49-F238E27FC236}">
                <a16:creationId xmlns:a16="http://schemas.microsoft.com/office/drawing/2014/main" id="{8E380C7F-9A00-493D-9BEE-AD2BCA4634BA}"/>
              </a:ext>
            </a:extLst>
          </p:cNvPr>
          <p:cNvSpPr txBox="1"/>
          <p:nvPr/>
        </p:nvSpPr>
        <p:spPr>
          <a:xfrm>
            <a:off x="6549074" y="2356097"/>
            <a:ext cx="63768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scadia Mono SemiBold" panose="020B0609020000020004" pitchFamily="49" charset="0"/>
              </a:rPr>
              <a:t>VOLTAGE STABILISER  </a:t>
            </a:r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A22176FE-0882-6CF9-B51B-84DB8B19375A}"/>
              </a:ext>
            </a:extLst>
          </p:cNvPr>
          <p:cNvSpPr txBox="1"/>
          <p:nvPr/>
        </p:nvSpPr>
        <p:spPr>
          <a:xfrm>
            <a:off x="11048417" y="90137"/>
            <a:ext cx="1143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Buda Tech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FBDE28C-B5BD-E34C-5A24-8D37FD53B0BC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3701690" y="1325303"/>
            <a:ext cx="483255" cy="17188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9FC9D3A-C66F-990F-28D4-D128E9DB86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3698963" y="1909559"/>
            <a:ext cx="483255" cy="17188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0D2587C-4443-D520-45E1-234CE488EE6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3664374" y="2586740"/>
            <a:ext cx="483255" cy="17188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FFE2AEF9-CFC9-1F60-0781-6ECFA513DAD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3629785" y="3263921"/>
            <a:ext cx="483255" cy="17188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9264771-C958-49A3-0829-A0A0250C40E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3595196" y="3941102"/>
            <a:ext cx="483255" cy="17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70430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131D5E-FF40-965C-8B9F-FA4117D78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0DFE5CD-D6E9-9543-1C09-1D82250B1303}"/>
              </a:ext>
            </a:extLst>
          </p:cNvPr>
          <p:cNvGrpSpPr/>
          <p:nvPr/>
        </p:nvGrpSpPr>
        <p:grpSpPr>
          <a:xfrm>
            <a:off x="2111062" y="321387"/>
            <a:ext cx="6498366" cy="4095868"/>
            <a:chOff x="3967997" y="279184"/>
            <a:chExt cx="7717674" cy="5033044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B96F6603-92A0-19D7-F136-138212CAD38C}"/>
                </a:ext>
              </a:extLst>
            </p:cNvPr>
            <p:cNvGrpSpPr/>
            <p:nvPr/>
          </p:nvGrpSpPr>
          <p:grpSpPr>
            <a:xfrm>
              <a:off x="3967997" y="371259"/>
              <a:ext cx="7717674" cy="4940969"/>
              <a:chOff x="1632316" y="719603"/>
              <a:chExt cx="9073346" cy="5416136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76CF03F6-18C7-3ADF-76E4-D0F3ADB7B68E}"/>
                  </a:ext>
                </a:extLst>
              </p:cNvPr>
              <p:cNvGrpSpPr/>
              <p:nvPr/>
            </p:nvGrpSpPr>
            <p:grpSpPr>
              <a:xfrm>
                <a:off x="7171771" y="1452443"/>
                <a:ext cx="319893" cy="3953113"/>
                <a:chOff x="6530086" y="249919"/>
                <a:chExt cx="474376" cy="5132986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8E315952-2397-398E-7B71-A04B15C232C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390" b="89437" l="714" r="98286">
                              <a14:foregroundMark x1="2571" y1="76056" x2="2571" y2="76056"/>
                              <a14:foregroundMark x1="857" y1="77934" x2="24571" y2="63380"/>
                              <a14:foregroundMark x1="24571" y1="63380" x2="24857" y2="61268"/>
                              <a14:foregroundMark x1="15143" y1="67606" x2="26143" y2="61737"/>
                              <a14:foregroundMark x1="72143" y1="29108" x2="98286" y2="12676"/>
                              <a14:foregroundMark x1="29571" y1="73474" x2="29571" y2="73474"/>
                              <a14:foregroundMark x1="27143" y1="67606" x2="27143" y2="67606"/>
                              <a14:foregroundMark x1="77000" y1="32864" x2="73571" y2="34977"/>
                              <a14:foregroundMark x1="83429" y1="29577" x2="78000" y2="31925"/>
                              <a14:foregroundMark x1="73714" y1="35211" x2="73571" y2="3591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748925">
                  <a:off x="6379726" y="2525607"/>
                  <a:ext cx="776759" cy="472713"/>
                </a:xfrm>
                <a:prstGeom prst="rect">
                  <a:avLst/>
                </a:prstGeom>
              </p:spPr>
            </p:pic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B111A615-EEB7-D675-76CC-FE038F7A18F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390" b="89437" l="714" r="98286">
                              <a14:foregroundMark x1="2571" y1="76056" x2="2571" y2="76056"/>
                              <a14:foregroundMark x1="857" y1="77934" x2="24571" y2="63380"/>
                              <a14:foregroundMark x1="24571" y1="63380" x2="24857" y2="61268"/>
                              <a14:foregroundMark x1="15143" y1="67606" x2="26143" y2="61737"/>
                              <a14:foregroundMark x1="72143" y1="29108" x2="98286" y2="12676"/>
                              <a14:foregroundMark x1="29571" y1="73474" x2="29571" y2="73474"/>
                              <a14:foregroundMark x1="27143" y1="67606" x2="27143" y2="67606"/>
                              <a14:foregroundMark x1="77000" y1="32864" x2="73571" y2="34977"/>
                              <a14:foregroundMark x1="83429" y1="29577" x2="78000" y2="31925"/>
                              <a14:foregroundMark x1="73714" y1="35211" x2="73571" y2="3591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748925">
                  <a:off x="6379726" y="3641888"/>
                  <a:ext cx="776759" cy="472713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4933B1B5-F7FC-47F1-C37B-A59563C675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390" b="89437" l="714" r="98286">
                              <a14:foregroundMark x1="2571" y1="76056" x2="2571" y2="76056"/>
                              <a14:foregroundMark x1="857" y1="77934" x2="24571" y2="63380"/>
                              <a14:foregroundMark x1="24571" y1="63380" x2="24857" y2="61268"/>
                              <a14:foregroundMark x1="15143" y1="67606" x2="26143" y2="61737"/>
                              <a14:foregroundMark x1="72143" y1="29108" x2="98286" y2="12676"/>
                              <a14:foregroundMark x1="29571" y1="73474" x2="29571" y2="73474"/>
                              <a14:foregroundMark x1="27143" y1="67606" x2="27143" y2="67606"/>
                              <a14:foregroundMark x1="77000" y1="32864" x2="73571" y2="34977"/>
                              <a14:foregroundMark x1="83429" y1="29577" x2="78000" y2="31925"/>
                              <a14:foregroundMark x1="73714" y1="35211" x2="73571" y2="3591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748925">
                  <a:off x="6379726" y="4758169"/>
                  <a:ext cx="776759" cy="472713"/>
                </a:xfrm>
                <a:prstGeom prst="rect">
                  <a:avLst/>
                </a:prstGeom>
              </p:spPr>
            </p:pic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1D484063-B08A-E9A4-DF34-6EB7BEE58F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390" b="89437" l="714" r="98286">
                              <a14:foregroundMark x1="2571" y1="76056" x2="2571" y2="76056"/>
                              <a14:foregroundMark x1="857" y1="77934" x2="24571" y2="63380"/>
                              <a14:foregroundMark x1="24571" y1="63380" x2="24857" y2="61268"/>
                              <a14:foregroundMark x1="15143" y1="67606" x2="26143" y2="61737"/>
                              <a14:foregroundMark x1="72143" y1="29108" x2="98286" y2="12676"/>
                              <a14:foregroundMark x1="29571" y1="73474" x2="29571" y2="73474"/>
                              <a14:foregroundMark x1="27143" y1="67606" x2="27143" y2="67606"/>
                              <a14:foregroundMark x1="77000" y1="32864" x2="73571" y2="34977"/>
                              <a14:foregroundMark x1="83429" y1="29577" x2="78000" y2="31925"/>
                              <a14:foregroundMark x1="73714" y1="35211" x2="73571" y2="3591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748925">
                  <a:off x="6378064" y="1409326"/>
                  <a:ext cx="776759" cy="472713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5463606D-1AAB-70DD-4CBD-156F0220869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390" b="89437" l="714" r="98286">
                              <a14:foregroundMark x1="2571" y1="76056" x2="2571" y2="76056"/>
                              <a14:foregroundMark x1="857" y1="77934" x2="24571" y2="63380"/>
                              <a14:foregroundMark x1="24571" y1="63380" x2="24857" y2="61268"/>
                              <a14:foregroundMark x1="15143" y1="67606" x2="26143" y2="61737"/>
                              <a14:foregroundMark x1="72143" y1="29108" x2="98286" y2="12676"/>
                              <a14:foregroundMark x1="29571" y1="73474" x2="29571" y2="73474"/>
                              <a14:foregroundMark x1="27143" y1="67606" x2="27143" y2="67606"/>
                              <a14:foregroundMark x1="77000" y1="32864" x2="73571" y2="34977"/>
                              <a14:foregroundMark x1="83429" y1="29577" x2="78000" y2="31925"/>
                              <a14:foregroundMark x1="73714" y1="35211" x2="73571" y2="3591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748925">
                  <a:off x="6378063" y="401942"/>
                  <a:ext cx="776759" cy="472713"/>
                </a:xfrm>
                <a:prstGeom prst="rect">
                  <a:avLst/>
                </a:prstGeom>
              </p:spPr>
            </p:pic>
          </p:grp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06C00D4B-B03B-AFEA-845D-B8AD1E8E38E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1469034" y="2796570"/>
                <a:ext cx="1950794" cy="1624229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9AEF626D-17A1-83EB-B96B-6F7BE97B22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6811" b="36590"/>
              <a:stretch/>
            </p:blipFill>
            <p:spPr>
              <a:xfrm rot="10800000" flipV="1">
                <a:off x="4816574" y="1013654"/>
                <a:ext cx="1075964" cy="127689"/>
              </a:xfrm>
              <a:prstGeom prst="rect">
                <a:avLst/>
              </a:prstGeom>
            </p:spPr>
          </p:pic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E6DA6835-534B-E2E3-A4AE-F468FED15026}"/>
                  </a:ext>
                </a:extLst>
              </p:cNvPr>
              <p:cNvCxnSpPr>
                <a:cxnSpLocks/>
                <a:endCxn id="12" idx="3"/>
              </p:cNvCxnSpPr>
              <p:nvPr/>
            </p:nvCxnSpPr>
            <p:spPr>
              <a:xfrm rot="5400000" flipH="1" flipV="1">
                <a:off x="2815152" y="1427579"/>
                <a:ext cx="2351501" cy="1651343"/>
              </a:xfrm>
              <a:prstGeom prst="bentConnector2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13">
                <a:extLst>
                  <a:ext uri="{FF2B5EF4-FFF2-40B4-BE49-F238E27FC236}">
                    <a16:creationId xmlns:a16="http://schemas.microsoft.com/office/drawing/2014/main" id="{3E9DEA2F-3847-A0E2-2BBA-CAD158BF47B8}"/>
                  </a:ext>
                </a:extLst>
              </p:cNvPr>
              <p:cNvCxnSpPr>
                <a:cxnSpLocks/>
                <a:endCxn id="12" idx="1"/>
              </p:cNvCxnSpPr>
              <p:nvPr/>
            </p:nvCxnSpPr>
            <p:spPr>
              <a:xfrm rot="10800000">
                <a:off x="5892539" y="1077500"/>
                <a:ext cx="1438619" cy="336727"/>
              </a:xfrm>
              <a:prstGeom prst="bentConnector3">
                <a:avLst>
                  <a:gd name="adj1" fmla="val -2256"/>
                </a:avLst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E330AC0B-E8F3-BFB7-40B6-76BE4815C395}"/>
                  </a:ext>
                </a:extLst>
              </p:cNvPr>
              <p:cNvSpPr/>
              <p:nvPr/>
            </p:nvSpPr>
            <p:spPr>
              <a:xfrm>
                <a:off x="7318889" y="1396183"/>
                <a:ext cx="92467" cy="7371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161882FD-75D7-2E04-3386-F9C0AC66EA83}"/>
                  </a:ext>
                </a:extLst>
              </p:cNvPr>
              <p:cNvSpPr/>
              <p:nvPr/>
            </p:nvSpPr>
            <p:spPr>
              <a:xfrm>
                <a:off x="3118997" y="3355289"/>
                <a:ext cx="92467" cy="7371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13">
                <a:extLst>
                  <a:ext uri="{FF2B5EF4-FFF2-40B4-BE49-F238E27FC236}">
                    <a16:creationId xmlns:a16="http://schemas.microsoft.com/office/drawing/2014/main" id="{09EC4FD3-FA52-00D1-0A88-05E16605F975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165237" y="3825575"/>
                <a:ext cx="3904271" cy="2310163"/>
              </a:xfrm>
              <a:prstGeom prst="bentConnector3">
                <a:avLst>
                  <a:gd name="adj1" fmla="val 99533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617580FC-E778-C9C1-7C11-37754258BEFF}"/>
                  </a:ext>
                </a:extLst>
              </p:cNvPr>
              <p:cNvSpPr/>
              <p:nvPr/>
            </p:nvSpPr>
            <p:spPr>
              <a:xfrm>
                <a:off x="3118997" y="3788716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13">
                <a:extLst>
                  <a:ext uri="{FF2B5EF4-FFF2-40B4-BE49-F238E27FC236}">
                    <a16:creationId xmlns:a16="http://schemas.microsoft.com/office/drawing/2014/main" id="{DFCCD9E6-6A71-B0A7-431A-0129A2A310AF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6854351" y="5658933"/>
                <a:ext cx="691964" cy="261648"/>
              </a:xfrm>
              <a:prstGeom prst="bentConnector3">
                <a:avLst>
                  <a:gd name="adj1" fmla="val -124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83D20E5F-42BB-0CD1-00E1-BC3DDD1B8227}"/>
                  </a:ext>
                </a:extLst>
              </p:cNvPr>
              <p:cNvGrpSpPr/>
              <p:nvPr/>
            </p:nvGrpSpPr>
            <p:grpSpPr>
              <a:xfrm>
                <a:off x="7291274" y="2010086"/>
                <a:ext cx="92467" cy="276072"/>
                <a:chOff x="7885911" y="2052016"/>
                <a:chExt cx="92467" cy="276072"/>
              </a:xfrm>
            </p:grpSpPr>
            <p:cxnSp>
              <p:nvCxnSpPr>
                <p:cNvPr id="52" name="Straight Connector 13">
                  <a:extLst>
                    <a:ext uri="{FF2B5EF4-FFF2-40B4-BE49-F238E27FC236}">
                      <a16:creationId xmlns:a16="http://schemas.microsoft.com/office/drawing/2014/main" id="{262C34DB-D9E7-C59A-4425-081DBAE07F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9877" y="2062168"/>
                  <a:ext cx="12268" cy="25576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B78368EC-1C57-9D0C-DEED-C5349A40FC74}"/>
                    </a:ext>
                  </a:extLst>
                </p:cNvPr>
                <p:cNvSpPr/>
                <p:nvPr/>
              </p:nvSpPr>
              <p:spPr>
                <a:xfrm>
                  <a:off x="7885911" y="20520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2FEFEEA3-13F2-370A-03D5-2A011E9F74A6}"/>
                    </a:ext>
                  </a:extLst>
                </p:cNvPr>
                <p:cNvSpPr/>
                <p:nvPr/>
              </p:nvSpPr>
              <p:spPr>
                <a:xfrm>
                  <a:off x="7885911" y="2254377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E156E7C4-9711-E50B-5899-D76507378B50}"/>
                  </a:ext>
                </a:extLst>
              </p:cNvPr>
              <p:cNvGrpSpPr/>
              <p:nvPr/>
            </p:nvGrpSpPr>
            <p:grpSpPr>
              <a:xfrm>
                <a:off x="7291274" y="2814960"/>
                <a:ext cx="92467" cy="276072"/>
                <a:chOff x="7885911" y="2052016"/>
                <a:chExt cx="92467" cy="276072"/>
              </a:xfrm>
            </p:grpSpPr>
            <p:cxnSp>
              <p:nvCxnSpPr>
                <p:cNvPr id="57" name="Straight Connector 13">
                  <a:extLst>
                    <a:ext uri="{FF2B5EF4-FFF2-40B4-BE49-F238E27FC236}">
                      <a16:creationId xmlns:a16="http://schemas.microsoft.com/office/drawing/2014/main" id="{E3ECE4FE-6E22-0ECD-DA1F-456B78B8C8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9877" y="2062168"/>
                  <a:ext cx="12268" cy="25576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8F2F1413-6B7F-DC44-D104-EF9E09EAB823}"/>
                    </a:ext>
                  </a:extLst>
                </p:cNvPr>
                <p:cNvSpPr/>
                <p:nvPr/>
              </p:nvSpPr>
              <p:spPr>
                <a:xfrm>
                  <a:off x="7885911" y="20520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8D4A4794-0595-DBC5-C38A-DEC4AD245DBE}"/>
                    </a:ext>
                  </a:extLst>
                </p:cNvPr>
                <p:cNvSpPr/>
                <p:nvPr/>
              </p:nvSpPr>
              <p:spPr>
                <a:xfrm>
                  <a:off x="7885911" y="2254377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DF91567E-BB94-1AE2-89F8-4A1624FBDE15}"/>
                  </a:ext>
                </a:extLst>
              </p:cNvPr>
              <p:cNvGrpSpPr/>
              <p:nvPr/>
            </p:nvGrpSpPr>
            <p:grpSpPr>
              <a:xfrm>
                <a:off x="7291274" y="3678876"/>
                <a:ext cx="92467" cy="276072"/>
                <a:chOff x="7885911" y="2052016"/>
                <a:chExt cx="92467" cy="276072"/>
              </a:xfrm>
            </p:grpSpPr>
            <p:cxnSp>
              <p:nvCxnSpPr>
                <p:cNvPr id="61" name="Straight Connector 13">
                  <a:extLst>
                    <a:ext uri="{FF2B5EF4-FFF2-40B4-BE49-F238E27FC236}">
                      <a16:creationId xmlns:a16="http://schemas.microsoft.com/office/drawing/2014/main" id="{F41827B9-819D-0AB1-83A5-84C1B57D1A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9877" y="2062168"/>
                  <a:ext cx="12268" cy="25576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1D4B103D-DBDF-2D15-F1ED-7229FC4606B9}"/>
                    </a:ext>
                  </a:extLst>
                </p:cNvPr>
                <p:cNvSpPr/>
                <p:nvPr/>
              </p:nvSpPr>
              <p:spPr>
                <a:xfrm>
                  <a:off x="7885911" y="20520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FC95E0C7-6624-9DD4-A0EC-CA9DAC2C7C0B}"/>
                    </a:ext>
                  </a:extLst>
                </p:cNvPr>
                <p:cNvSpPr/>
                <p:nvPr/>
              </p:nvSpPr>
              <p:spPr>
                <a:xfrm>
                  <a:off x="7885911" y="2254377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81F8B5C4-BBFE-7A81-DEB8-7F0AFCA0CD12}"/>
                  </a:ext>
                </a:extLst>
              </p:cNvPr>
              <p:cNvGrpSpPr/>
              <p:nvPr/>
            </p:nvGrpSpPr>
            <p:grpSpPr>
              <a:xfrm>
                <a:off x="7291274" y="4542792"/>
                <a:ext cx="92467" cy="276072"/>
                <a:chOff x="7885911" y="2052016"/>
                <a:chExt cx="92467" cy="276072"/>
              </a:xfrm>
            </p:grpSpPr>
            <p:cxnSp>
              <p:nvCxnSpPr>
                <p:cNvPr id="65" name="Straight Connector 13">
                  <a:extLst>
                    <a:ext uri="{FF2B5EF4-FFF2-40B4-BE49-F238E27FC236}">
                      <a16:creationId xmlns:a16="http://schemas.microsoft.com/office/drawing/2014/main" id="{8B6604AF-5ACE-E1AC-1628-0FB0DAB85E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9877" y="2062168"/>
                  <a:ext cx="12268" cy="25576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2CD23D64-3A87-AE31-4FA4-69231C34C952}"/>
                    </a:ext>
                  </a:extLst>
                </p:cNvPr>
                <p:cNvSpPr/>
                <p:nvPr/>
              </p:nvSpPr>
              <p:spPr>
                <a:xfrm>
                  <a:off x="7885911" y="20520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77EF61B5-6AC8-61E8-9B2F-20E75CBA78D0}"/>
                    </a:ext>
                  </a:extLst>
                </p:cNvPr>
                <p:cNvSpPr/>
                <p:nvPr/>
              </p:nvSpPr>
              <p:spPr>
                <a:xfrm>
                  <a:off x="7885911" y="2254377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30BF531A-C479-8402-139C-1A56F0120128}"/>
                  </a:ext>
                </a:extLst>
              </p:cNvPr>
              <p:cNvGrpSpPr/>
              <p:nvPr/>
            </p:nvGrpSpPr>
            <p:grpSpPr>
              <a:xfrm>
                <a:off x="7291274" y="5406708"/>
                <a:ext cx="92467" cy="276072"/>
                <a:chOff x="7885911" y="2052016"/>
                <a:chExt cx="92467" cy="276072"/>
              </a:xfrm>
            </p:grpSpPr>
            <p:cxnSp>
              <p:nvCxnSpPr>
                <p:cNvPr id="69" name="Straight Connector 13">
                  <a:extLst>
                    <a:ext uri="{FF2B5EF4-FFF2-40B4-BE49-F238E27FC236}">
                      <a16:creationId xmlns:a16="http://schemas.microsoft.com/office/drawing/2014/main" id="{F53ECEC7-FFC1-525A-F153-CF26E09D03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9877" y="2062168"/>
                  <a:ext cx="12268" cy="25576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813B6E10-79DE-A7BB-2433-070813A65805}"/>
                    </a:ext>
                  </a:extLst>
                </p:cNvPr>
                <p:cNvSpPr/>
                <p:nvPr/>
              </p:nvSpPr>
              <p:spPr>
                <a:xfrm>
                  <a:off x="7885911" y="20520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BD8BA5E3-B729-7630-3EE5-D39646D046F3}"/>
                    </a:ext>
                  </a:extLst>
                </p:cNvPr>
                <p:cNvSpPr/>
                <p:nvPr/>
              </p:nvSpPr>
              <p:spPr>
                <a:xfrm>
                  <a:off x="7885911" y="2254377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BE7B85EA-D5CE-4AF9-8907-ABFBEB4FBA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17" t="10570" r="37380" b="9190"/>
              <a:stretch/>
            </p:blipFill>
            <p:spPr>
              <a:xfrm>
                <a:off x="8906053" y="719603"/>
                <a:ext cx="1799609" cy="3201548"/>
              </a:xfrm>
              <a:prstGeom prst="rect">
                <a:avLst/>
              </a:prstGeom>
            </p:spPr>
          </p:pic>
          <p:cxnSp>
            <p:nvCxnSpPr>
              <p:cNvPr id="75" name="Straight Connector 13">
                <a:extLst>
                  <a:ext uri="{FF2B5EF4-FFF2-40B4-BE49-F238E27FC236}">
                    <a16:creationId xmlns:a16="http://schemas.microsoft.com/office/drawing/2014/main" id="{54F8999C-C663-CAA6-C753-7791F27C99A4}"/>
                  </a:ext>
                </a:extLst>
              </p:cNvPr>
              <p:cNvCxnSpPr>
                <a:cxnSpLocks/>
                <a:stCxn id="25" idx="6"/>
              </p:cNvCxnSpPr>
              <p:nvPr/>
            </p:nvCxnSpPr>
            <p:spPr>
              <a:xfrm>
                <a:off x="7411356" y="1433039"/>
                <a:ext cx="2815132" cy="224583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EB192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3">
                <a:extLst>
                  <a:ext uri="{FF2B5EF4-FFF2-40B4-BE49-F238E27FC236}">
                    <a16:creationId xmlns:a16="http://schemas.microsoft.com/office/drawing/2014/main" id="{1E552716-C027-9F1A-0692-C92417EEE5A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6145" y="3724390"/>
                <a:ext cx="2509712" cy="1715507"/>
              </a:xfrm>
              <a:prstGeom prst="bentConnector3">
                <a:avLst>
                  <a:gd name="adj1" fmla="val 100776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3">
                <a:extLst>
                  <a:ext uri="{FF2B5EF4-FFF2-40B4-BE49-F238E27FC236}">
                    <a16:creationId xmlns:a16="http://schemas.microsoft.com/office/drawing/2014/main" id="{CAD4C81B-D56D-B3CA-E977-0F5EDD97A447}"/>
                  </a:ext>
                </a:extLst>
              </p:cNvPr>
              <p:cNvCxnSpPr>
                <a:cxnSpLocks/>
                <a:endCxn id="119" idx="0"/>
              </p:cNvCxnSpPr>
              <p:nvPr/>
            </p:nvCxnSpPr>
            <p:spPr>
              <a:xfrm flipH="1">
                <a:off x="8193470" y="1429163"/>
                <a:ext cx="27729" cy="1280565"/>
              </a:xfrm>
              <a:prstGeom prst="straightConnector1">
                <a:avLst/>
              </a:prstGeom>
              <a:ln w="38100">
                <a:solidFill>
                  <a:srgbClr val="EB192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3">
                <a:extLst>
                  <a:ext uri="{FF2B5EF4-FFF2-40B4-BE49-F238E27FC236}">
                    <a16:creationId xmlns:a16="http://schemas.microsoft.com/office/drawing/2014/main" id="{F9501CFA-47B9-B9CB-CBDF-8357066C94A3}"/>
                  </a:ext>
                </a:extLst>
              </p:cNvPr>
              <p:cNvCxnSpPr>
                <a:cxnSpLocks/>
                <a:endCxn id="119" idx="2"/>
              </p:cNvCxnSpPr>
              <p:nvPr/>
            </p:nvCxnSpPr>
            <p:spPr>
              <a:xfrm flipV="1">
                <a:off x="8193470" y="3712065"/>
                <a:ext cx="0" cy="172758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5C3F416C-86E6-1259-E29C-16D9AC424163}"/>
                </a:ext>
              </a:extLst>
            </p:cNvPr>
            <p:cNvSpPr/>
            <p:nvPr/>
          </p:nvSpPr>
          <p:spPr>
            <a:xfrm>
              <a:off x="9091632" y="2186787"/>
              <a:ext cx="914400" cy="9144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LOAD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41EACE6A-75B6-EAD9-9B7A-2BEEB9BBF1D5}"/>
                </a:ext>
              </a:extLst>
            </p:cNvPr>
            <p:cNvSpPr txBox="1"/>
            <p:nvPr/>
          </p:nvSpPr>
          <p:spPr>
            <a:xfrm>
              <a:off x="6907102" y="279184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R1</a:t>
              </a:r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0498424F-016F-7CAC-354B-1C0AF0AE661C}"/>
              </a:ext>
            </a:extLst>
          </p:cNvPr>
          <p:cNvSpPr txBox="1"/>
          <p:nvPr/>
        </p:nvSpPr>
        <p:spPr>
          <a:xfrm>
            <a:off x="2800388" y="4813500"/>
            <a:ext cx="623433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Voltage drop of single diode = 0.7V</a:t>
            </a:r>
          </a:p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Total Voltage = 0.7 x 5 = 3.5V</a:t>
            </a:r>
          </a:p>
          <a:p>
            <a:r>
              <a:rPr lang="en-US" sz="3200" dirty="0">
                <a:latin typeface="Cambria" panose="02040503050406030204" pitchFamily="18" charset="0"/>
                <a:ea typeface="Cambria" panose="02040503050406030204" pitchFamily="18" charset="0"/>
              </a:rPr>
              <a:t>Voltage of the Load = 3.5V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5322693-B355-FF61-AFEB-7C873E0E2136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2" t="20693" r="28034" b="28320"/>
          <a:stretch/>
        </p:blipFill>
        <p:spPr>
          <a:xfrm>
            <a:off x="4398199" y="4399772"/>
            <a:ext cx="417745" cy="413728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E48811C2-6336-BFD0-4122-B096AAE8463A}"/>
              </a:ext>
            </a:extLst>
          </p:cNvPr>
          <p:cNvSpPr txBox="1"/>
          <p:nvPr/>
        </p:nvSpPr>
        <p:spPr>
          <a:xfrm>
            <a:off x="11048417" y="90137"/>
            <a:ext cx="1143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Buda Tech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F1F8863-4B69-F44D-EA84-5B3F17211F2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5576531" y="1136608"/>
            <a:ext cx="483255" cy="17188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B1D4063-9F12-2F8C-4C4C-AF0AE9408C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5589988" y="1715014"/>
            <a:ext cx="483255" cy="1718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3BC549F2-200E-C730-D6A3-2B58A38A8F5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5603542" y="2316008"/>
            <a:ext cx="483255" cy="17188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509D352E-788D-DFD7-34F4-F68C9AE1BD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5617096" y="2917002"/>
            <a:ext cx="483255" cy="17188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EF15B0C-070F-6044-50C6-EF815073DB1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5630650" y="3517996"/>
            <a:ext cx="483255" cy="17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0320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1F8135-13F7-BE74-5649-269B774CAD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roup 134">
            <a:extLst>
              <a:ext uri="{FF2B5EF4-FFF2-40B4-BE49-F238E27FC236}">
                <a16:creationId xmlns:a16="http://schemas.microsoft.com/office/drawing/2014/main" id="{ABEDC691-B5AF-8E04-B253-75539F9DA5DE}"/>
              </a:ext>
            </a:extLst>
          </p:cNvPr>
          <p:cNvGrpSpPr/>
          <p:nvPr/>
        </p:nvGrpSpPr>
        <p:grpSpPr>
          <a:xfrm>
            <a:off x="633954" y="447997"/>
            <a:ext cx="5204138" cy="3603498"/>
            <a:chOff x="3967997" y="279184"/>
            <a:chExt cx="7717674" cy="5033044"/>
          </a:xfrm>
        </p:grpSpPr>
        <p:grpSp>
          <p:nvGrpSpPr>
            <p:cNvPr id="116" name="Group 115">
              <a:extLst>
                <a:ext uri="{FF2B5EF4-FFF2-40B4-BE49-F238E27FC236}">
                  <a16:creationId xmlns:a16="http://schemas.microsoft.com/office/drawing/2014/main" id="{2255A434-1FAB-9AF2-8E84-8B9B1FA1EBA4}"/>
                </a:ext>
              </a:extLst>
            </p:cNvPr>
            <p:cNvGrpSpPr/>
            <p:nvPr/>
          </p:nvGrpSpPr>
          <p:grpSpPr>
            <a:xfrm>
              <a:off x="3967997" y="371259"/>
              <a:ext cx="7717674" cy="4940969"/>
              <a:chOff x="1632316" y="719603"/>
              <a:chExt cx="9073346" cy="5416136"/>
            </a:xfrm>
          </p:grpSpPr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2104548D-BBFE-3D3F-F52A-DA8C0231743F}"/>
                  </a:ext>
                </a:extLst>
              </p:cNvPr>
              <p:cNvGrpSpPr/>
              <p:nvPr/>
            </p:nvGrpSpPr>
            <p:grpSpPr>
              <a:xfrm>
                <a:off x="7171771" y="1452443"/>
                <a:ext cx="319893" cy="3953113"/>
                <a:chOff x="6530086" y="249919"/>
                <a:chExt cx="474376" cy="5132986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27E09032-85BE-4FA5-E20A-470DA5FBF84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390" b="89437" l="714" r="98286">
                              <a14:foregroundMark x1="2571" y1="76056" x2="2571" y2="76056"/>
                              <a14:foregroundMark x1="857" y1="77934" x2="24571" y2="63380"/>
                              <a14:foregroundMark x1="24571" y1="63380" x2="24857" y2="61268"/>
                              <a14:foregroundMark x1="15143" y1="67606" x2="26143" y2="61737"/>
                              <a14:foregroundMark x1="72143" y1="29108" x2="98286" y2="12676"/>
                              <a14:foregroundMark x1="29571" y1="73474" x2="29571" y2="73474"/>
                              <a14:foregroundMark x1="27143" y1="67606" x2="27143" y2="67606"/>
                              <a14:foregroundMark x1="77000" y1="32864" x2="73571" y2="34977"/>
                              <a14:foregroundMark x1="83429" y1="29577" x2="78000" y2="31925"/>
                              <a14:foregroundMark x1="73714" y1="35211" x2="73571" y2="3591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748925">
                  <a:off x="6379726" y="2525607"/>
                  <a:ext cx="776759" cy="472713"/>
                </a:xfrm>
                <a:prstGeom prst="rect">
                  <a:avLst/>
                </a:prstGeom>
              </p:spPr>
            </p:pic>
            <p:pic>
              <p:nvPicPr>
                <p:cNvPr id="6" name="Picture 5">
                  <a:extLst>
                    <a:ext uri="{FF2B5EF4-FFF2-40B4-BE49-F238E27FC236}">
                      <a16:creationId xmlns:a16="http://schemas.microsoft.com/office/drawing/2014/main" id="{8F1DD532-1145-4222-4B5F-96AFAA0F3E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390" b="89437" l="714" r="98286">
                              <a14:foregroundMark x1="2571" y1="76056" x2="2571" y2="76056"/>
                              <a14:foregroundMark x1="857" y1="77934" x2="24571" y2="63380"/>
                              <a14:foregroundMark x1="24571" y1="63380" x2="24857" y2="61268"/>
                              <a14:foregroundMark x1="15143" y1="67606" x2="26143" y2="61737"/>
                              <a14:foregroundMark x1="72143" y1="29108" x2="98286" y2="12676"/>
                              <a14:foregroundMark x1="29571" y1="73474" x2="29571" y2="73474"/>
                              <a14:foregroundMark x1="27143" y1="67606" x2="27143" y2="67606"/>
                              <a14:foregroundMark x1="77000" y1="32864" x2="73571" y2="34977"/>
                              <a14:foregroundMark x1="83429" y1="29577" x2="78000" y2="31925"/>
                              <a14:foregroundMark x1="73714" y1="35211" x2="73571" y2="3591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748925">
                  <a:off x="6379726" y="3641888"/>
                  <a:ext cx="776759" cy="472713"/>
                </a:xfrm>
                <a:prstGeom prst="rect">
                  <a:avLst/>
                </a:prstGeom>
              </p:spPr>
            </p:pic>
            <p:pic>
              <p:nvPicPr>
                <p:cNvPr id="7" name="Picture 6">
                  <a:extLst>
                    <a:ext uri="{FF2B5EF4-FFF2-40B4-BE49-F238E27FC236}">
                      <a16:creationId xmlns:a16="http://schemas.microsoft.com/office/drawing/2014/main" id="{02AC6457-85EB-8915-FCDB-D0E51CEFA13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390" b="89437" l="714" r="98286">
                              <a14:foregroundMark x1="2571" y1="76056" x2="2571" y2="76056"/>
                              <a14:foregroundMark x1="857" y1="77934" x2="24571" y2="63380"/>
                              <a14:foregroundMark x1="24571" y1="63380" x2="24857" y2="61268"/>
                              <a14:foregroundMark x1="15143" y1="67606" x2="26143" y2="61737"/>
                              <a14:foregroundMark x1="72143" y1="29108" x2="98286" y2="12676"/>
                              <a14:foregroundMark x1="29571" y1="73474" x2="29571" y2="73474"/>
                              <a14:foregroundMark x1="27143" y1="67606" x2="27143" y2="67606"/>
                              <a14:foregroundMark x1="77000" y1="32864" x2="73571" y2="34977"/>
                              <a14:foregroundMark x1="83429" y1="29577" x2="78000" y2="31925"/>
                              <a14:foregroundMark x1="73714" y1="35211" x2="73571" y2="3591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748925">
                  <a:off x="6379726" y="4758169"/>
                  <a:ext cx="776759" cy="472713"/>
                </a:xfrm>
                <a:prstGeom prst="rect">
                  <a:avLst/>
                </a:prstGeom>
              </p:spPr>
            </p:pic>
            <p:pic>
              <p:nvPicPr>
                <p:cNvPr id="8" name="Picture 7">
                  <a:extLst>
                    <a:ext uri="{FF2B5EF4-FFF2-40B4-BE49-F238E27FC236}">
                      <a16:creationId xmlns:a16="http://schemas.microsoft.com/office/drawing/2014/main" id="{7A89A6CE-B037-8456-DEA9-47B8DD02B9AA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390" b="89437" l="714" r="98286">
                              <a14:foregroundMark x1="2571" y1="76056" x2="2571" y2="76056"/>
                              <a14:foregroundMark x1="857" y1="77934" x2="24571" y2="63380"/>
                              <a14:foregroundMark x1="24571" y1="63380" x2="24857" y2="61268"/>
                              <a14:foregroundMark x1="15143" y1="67606" x2="26143" y2="61737"/>
                              <a14:foregroundMark x1="72143" y1="29108" x2="98286" y2="12676"/>
                              <a14:foregroundMark x1="29571" y1="73474" x2="29571" y2="73474"/>
                              <a14:foregroundMark x1="27143" y1="67606" x2="27143" y2="67606"/>
                              <a14:foregroundMark x1="77000" y1="32864" x2="73571" y2="34977"/>
                              <a14:foregroundMark x1="83429" y1="29577" x2="78000" y2="31925"/>
                              <a14:foregroundMark x1="73714" y1="35211" x2="73571" y2="3591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748925">
                  <a:off x="6378064" y="1409326"/>
                  <a:ext cx="776759" cy="472713"/>
                </a:xfrm>
                <a:prstGeom prst="rect">
                  <a:avLst/>
                </a:prstGeom>
              </p:spPr>
            </p:pic>
            <p:pic>
              <p:nvPicPr>
                <p:cNvPr id="9" name="Picture 8">
                  <a:extLst>
                    <a:ext uri="{FF2B5EF4-FFF2-40B4-BE49-F238E27FC236}">
                      <a16:creationId xmlns:a16="http://schemas.microsoft.com/office/drawing/2014/main" id="{6AEBE2AE-9140-23E1-4F06-A1D79A8854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9390" b="89437" l="714" r="98286">
                              <a14:foregroundMark x1="2571" y1="76056" x2="2571" y2="76056"/>
                              <a14:foregroundMark x1="857" y1="77934" x2="24571" y2="63380"/>
                              <a14:foregroundMark x1="24571" y1="63380" x2="24857" y2="61268"/>
                              <a14:foregroundMark x1="15143" y1="67606" x2="26143" y2="61737"/>
                              <a14:foregroundMark x1="72143" y1="29108" x2="98286" y2="12676"/>
                              <a14:foregroundMark x1="29571" y1="73474" x2="29571" y2="73474"/>
                              <a14:foregroundMark x1="27143" y1="67606" x2="27143" y2="67606"/>
                              <a14:foregroundMark x1="77000" y1="32864" x2="73571" y2="34977"/>
                              <a14:foregroundMark x1="83429" y1="29577" x2="78000" y2="31925"/>
                              <a14:foregroundMark x1="73714" y1="35211" x2="73571" y2="35915"/>
                            </a14:backgroundRemoval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 rot="6748925">
                  <a:off x="6378063" y="401942"/>
                  <a:ext cx="776759" cy="472713"/>
                </a:xfrm>
                <a:prstGeom prst="rect">
                  <a:avLst/>
                </a:prstGeom>
              </p:spPr>
            </p:pic>
          </p:grpSp>
          <p:pic>
            <p:nvPicPr>
              <p:cNvPr id="11" name="Picture 10">
                <a:extLst>
                  <a:ext uri="{FF2B5EF4-FFF2-40B4-BE49-F238E27FC236}">
                    <a16:creationId xmlns:a16="http://schemas.microsoft.com/office/drawing/2014/main" id="{D7AB59F6-6888-D595-1745-F08EFC12E8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5400000">
                <a:off x="1469034" y="2796570"/>
                <a:ext cx="1950794" cy="1624229"/>
              </a:xfrm>
              <a:prstGeom prst="rect">
                <a:avLst/>
              </a:prstGeom>
            </p:spPr>
          </p:pic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13FB5889-41EF-1550-5F51-06AE1F0B7E7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36811" b="36590"/>
              <a:stretch/>
            </p:blipFill>
            <p:spPr>
              <a:xfrm rot="10800000" flipV="1">
                <a:off x="4816574" y="1013654"/>
                <a:ext cx="1075964" cy="127689"/>
              </a:xfrm>
              <a:prstGeom prst="rect">
                <a:avLst/>
              </a:prstGeom>
            </p:spPr>
          </p:pic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B6A4DC04-4F6F-CE53-5826-AFE21F9957C4}"/>
                  </a:ext>
                </a:extLst>
              </p:cNvPr>
              <p:cNvCxnSpPr>
                <a:cxnSpLocks/>
                <a:endCxn id="12" idx="3"/>
              </p:cNvCxnSpPr>
              <p:nvPr/>
            </p:nvCxnSpPr>
            <p:spPr>
              <a:xfrm rot="5400000" flipH="1" flipV="1">
                <a:off x="2815152" y="1427579"/>
                <a:ext cx="2351501" cy="1651343"/>
              </a:xfrm>
              <a:prstGeom prst="bentConnector2">
                <a:avLst/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13">
                <a:extLst>
                  <a:ext uri="{FF2B5EF4-FFF2-40B4-BE49-F238E27FC236}">
                    <a16:creationId xmlns:a16="http://schemas.microsoft.com/office/drawing/2014/main" id="{F9F7C595-B4AB-F82E-10DD-7780B84097E9}"/>
                  </a:ext>
                </a:extLst>
              </p:cNvPr>
              <p:cNvCxnSpPr>
                <a:cxnSpLocks/>
                <a:endCxn id="12" idx="1"/>
              </p:cNvCxnSpPr>
              <p:nvPr/>
            </p:nvCxnSpPr>
            <p:spPr>
              <a:xfrm rot="10800000">
                <a:off x="5892539" y="1077500"/>
                <a:ext cx="1438619" cy="336727"/>
              </a:xfrm>
              <a:prstGeom prst="bentConnector3">
                <a:avLst>
                  <a:gd name="adj1" fmla="val -2256"/>
                </a:avLst>
              </a:prstGeom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Oval 24">
                <a:extLst>
                  <a:ext uri="{FF2B5EF4-FFF2-40B4-BE49-F238E27FC236}">
                    <a16:creationId xmlns:a16="http://schemas.microsoft.com/office/drawing/2014/main" id="{3BEBFDDD-78A4-9268-F047-DA5A86BA8369}"/>
                  </a:ext>
                </a:extLst>
              </p:cNvPr>
              <p:cNvSpPr/>
              <p:nvPr/>
            </p:nvSpPr>
            <p:spPr>
              <a:xfrm>
                <a:off x="7318889" y="1396183"/>
                <a:ext cx="92467" cy="7371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6" name="Oval 25">
                <a:extLst>
                  <a:ext uri="{FF2B5EF4-FFF2-40B4-BE49-F238E27FC236}">
                    <a16:creationId xmlns:a16="http://schemas.microsoft.com/office/drawing/2014/main" id="{01D1B29B-2394-ABF2-250A-731343D054C5}"/>
                  </a:ext>
                </a:extLst>
              </p:cNvPr>
              <p:cNvSpPr/>
              <p:nvPr/>
            </p:nvSpPr>
            <p:spPr>
              <a:xfrm>
                <a:off x="3118997" y="3355289"/>
                <a:ext cx="92467" cy="7371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7" name="Straight Connector 13">
                <a:extLst>
                  <a:ext uri="{FF2B5EF4-FFF2-40B4-BE49-F238E27FC236}">
                    <a16:creationId xmlns:a16="http://schemas.microsoft.com/office/drawing/2014/main" id="{04205E49-0D4D-5F09-1C83-9760534AD8FD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3165237" y="3825575"/>
                <a:ext cx="3904271" cy="2310163"/>
              </a:xfrm>
              <a:prstGeom prst="bentConnector3">
                <a:avLst>
                  <a:gd name="adj1" fmla="val 99533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3" name="Oval 32">
                <a:extLst>
                  <a:ext uri="{FF2B5EF4-FFF2-40B4-BE49-F238E27FC236}">
                    <a16:creationId xmlns:a16="http://schemas.microsoft.com/office/drawing/2014/main" id="{B5643057-3F29-B2AA-1697-546E1DCFE560}"/>
                  </a:ext>
                </a:extLst>
              </p:cNvPr>
              <p:cNvSpPr/>
              <p:nvPr/>
            </p:nvSpPr>
            <p:spPr>
              <a:xfrm>
                <a:off x="3118997" y="3788716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34" name="Straight Connector 13">
                <a:extLst>
                  <a:ext uri="{FF2B5EF4-FFF2-40B4-BE49-F238E27FC236}">
                    <a16:creationId xmlns:a16="http://schemas.microsoft.com/office/drawing/2014/main" id="{2F0E854E-E04E-33E9-462F-1BE3748123C6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 flipV="1">
                <a:off x="6854351" y="5658933"/>
                <a:ext cx="691964" cy="261648"/>
              </a:xfrm>
              <a:prstGeom prst="bentConnector3">
                <a:avLst>
                  <a:gd name="adj1" fmla="val -124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55" name="Group 54">
                <a:extLst>
                  <a:ext uri="{FF2B5EF4-FFF2-40B4-BE49-F238E27FC236}">
                    <a16:creationId xmlns:a16="http://schemas.microsoft.com/office/drawing/2014/main" id="{FA1A80E1-D9A8-22AE-14C6-F293D45F08A6}"/>
                  </a:ext>
                </a:extLst>
              </p:cNvPr>
              <p:cNvGrpSpPr/>
              <p:nvPr/>
            </p:nvGrpSpPr>
            <p:grpSpPr>
              <a:xfrm>
                <a:off x="7291274" y="2010086"/>
                <a:ext cx="92467" cy="276072"/>
                <a:chOff x="7885911" y="2052016"/>
                <a:chExt cx="92467" cy="276072"/>
              </a:xfrm>
            </p:grpSpPr>
            <p:cxnSp>
              <p:nvCxnSpPr>
                <p:cNvPr id="52" name="Straight Connector 13">
                  <a:extLst>
                    <a:ext uri="{FF2B5EF4-FFF2-40B4-BE49-F238E27FC236}">
                      <a16:creationId xmlns:a16="http://schemas.microsoft.com/office/drawing/2014/main" id="{9D18F7D8-4327-3F6B-6E88-63D9ABF9E0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9877" y="2062168"/>
                  <a:ext cx="12268" cy="25576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3" name="Oval 52">
                  <a:extLst>
                    <a:ext uri="{FF2B5EF4-FFF2-40B4-BE49-F238E27FC236}">
                      <a16:creationId xmlns:a16="http://schemas.microsoft.com/office/drawing/2014/main" id="{BF6A11CB-48EA-0FB2-421F-ACE81F8E0267}"/>
                    </a:ext>
                  </a:extLst>
                </p:cNvPr>
                <p:cNvSpPr/>
                <p:nvPr/>
              </p:nvSpPr>
              <p:spPr>
                <a:xfrm>
                  <a:off x="7885911" y="20520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4" name="Oval 53">
                  <a:extLst>
                    <a:ext uri="{FF2B5EF4-FFF2-40B4-BE49-F238E27FC236}">
                      <a16:creationId xmlns:a16="http://schemas.microsoft.com/office/drawing/2014/main" id="{81280406-5743-33C0-9446-A87049EC95BD}"/>
                    </a:ext>
                  </a:extLst>
                </p:cNvPr>
                <p:cNvSpPr/>
                <p:nvPr/>
              </p:nvSpPr>
              <p:spPr>
                <a:xfrm>
                  <a:off x="7885911" y="2254377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BD071097-FDA5-9F43-896F-610C3F1761CB}"/>
                  </a:ext>
                </a:extLst>
              </p:cNvPr>
              <p:cNvGrpSpPr/>
              <p:nvPr/>
            </p:nvGrpSpPr>
            <p:grpSpPr>
              <a:xfrm>
                <a:off x="7291274" y="2814960"/>
                <a:ext cx="92467" cy="276072"/>
                <a:chOff x="7885911" y="2052016"/>
                <a:chExt cx="92467" cy="276072"/>
              </a:xfrm>
            </p:grpSpPr>
            <p:cxnSp>
              <p:nvCxnSpPr>
                <p:cNvPr id="57" name="Straight Connector 13">
                  <a:extLst>
                    <a:ext uri="{FF2B5EF4-FFF2-40B4-BE49-F238E27FC236}">
                      <a16:creationId xmlns:a16="http://schemas.microsoft.com/office/drawing/2014/main" id="{C402ED56-CC3F-C95A-55B5-A73E67C477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9877" y="2062168"/>
                  <a:ext cx="12268" cy="25576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58" name="Oval 57">
                  <a:extLst>
                    <a:ext uri="{FF2B5EF4-FFF2-40B4-BE49-F238E27FC236}">
                      <a16:creationId xmlns:a16="http://schemas.microsoft.com/office/drawing/2014/main" id="{A5D23913-CC17-6CF5-55C9-9C85FE2A3264}"/>
                    </a:ext>
                  </a:extLst>
                </p:cNvPr>
                <p:cNvSpPr/>
                <p:nvPr/>
              </p:nvSpPr>
              <p:spPr>
                <a:xfrm>
                  <a:off x="7885911" y="20520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59" name="Oval 58">
                  <a:extLst>
                    <a:ext uri="{FF2B5EF4-FFF2-40B4-BE49-F238E27FC236}">
                      <a16:creationId xmlns:a16="http://schemas.microsoft.com/office/drawing/2014/main" id="{AA561048-B6D8-96EF-1604-9CE27EFA64CC}"/>
                    </a:ext>
                  </a:extLst>
                </p:cNvPr>
                <p:cNvSpPr/>
                <p:nvPr/>
              </p:nvSpPr>
              <p:spPr>
                <a:xfrm>
                  <a:off x="7885911" y="2254377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0" name="Group 59">
                <a:extLst>
                  <a:ext uri="{FF2B5EF4-FFF2-40B4-BE49-F238E27FC236}">
                    <a16:creationId xmlns:a16="http://schemas.microsoft.com/office/drawing/2014/main" id="{67A27486-2585-73E2-5E0F-CDAA6F6CE983}"/>
                  </a:ext>
                </a:extLst>
              </p:cNvPr>
              <p:cNvGrpSpPr/>
              <p:nvPr/>
            </p:nvGrpSpPr>
            <p:grpSpPr>
              <a:xfrm>
                <a:off x="7291274" y="3678876"/>
                <a:ext cx="92467" cy="276072"/>
                <a:chOff x="7885911" y="2052016"/>
                <a:chExt cx="92467" cy="276072"/>
              </a:xfrm>
            </p:grpSpPr>
            <p:cxnSp>
              <p:nvCxnSpPr>
                <p:cNvPr id="61" name="Straight Connector 13">
                  <a:extLst>
                    <a:ext uri="{FF2B5EF4-FFF2-40B4-BE49-F238E27FC236}">
                      <a16:creationId xmlns:a16="http://schemas.microsoft.com/office/drawing/2014/main" id="{784BE291-34FF-4F7F-AE64-3E3F157E9F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9877" y="2062168"/>
                  <a:ext cx="12268" cy="25576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2" name="Oval 61">
                  <a:extLst>
                    <a:ext uri="{FF2B5EF4-FFF2-40B4-BE49-F238E27FC236}">
                      <a16:creationId xmlns:a16="http://schemas.microsoft.com/office/drawing/2014/main" id="{4F0DD08E-AF21-2BB9-6989-126DF116343A}"/>
                    </a:ext>
                  </a:extLst>
                </p:cNvPr>
                <p:cNvSpPr/>
                <p:nvPr/>
              </p:nvSpPr>
              <p:spPr>
                <a:xfrm>
                  <a:off x="7885911" y="20520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3" name="Oval 62">
                  <a:extLst>
                    <a:ext uri="{FF2B5EF4-FFF2-40B4-BE49-F238E27FC236}">
                      <a16:creationId xmlns:a16="http://schemas.microsoft.com/office/drawing/2014/main" id="{165BCDEA-4CDF-4A98-F64C-6A7857A8BC79}"/>
                    </a:ext>
                  </a:extLst>
                </p:cNvPr>
                <p:cNvSpPr/>
                <p:nvPr/>
              </p:nvSpPr>
              <p:spPr>
                <a:xfrm>
                  <a:off x="7885911" y="2254377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4" name="Group 63">
                <a:extLst>
                  <a:ext uri="{FF2B5EF4-FFF2-40B4-BE49-F238E27FC236}">
                    <a16:creationId xmlns:a16="http://schemas.microsoft.com/office/drawing/2014/main" id="{CCCA30BA-9C1A-FBAA-3496-B4B774CD04A2}"/>
                  </a:ext>
                </a:extLst>
              </p:cNvPr>
              <p:cNvGrpSpPr/>
              <p:nvPr/>
            </p:nvGrpSpPr>
            <p:grpSpPr>
              <a:xfrm>
                <a:off x="7291274" y="4542792"/>
                <a:ext cx="92467" cy="276072"/>
                <a:chOff x="7885911" y="2052016"/>
                <a:chExt cx="92467" cy="276072"/>
              </a:xfrm>
            </p:grpSpPr>
            <p:cxnSp>
              <p:nvCxnSpPr>
                <p:cNvPr id="65" name="Straight Connector 13">
                  <a:extLst>
                    <a:ext uri="{FF2B5EF4-FFF2-40B4-BE49-F238E27FC236}">
                      <a16:creationId xmlns:a16="http://schemas.microsoft.com/office/drawing/2014/main" id="{66B5B4FB-B857-6DFE-1E2C-A6DA1B567F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9877" y="2062168"/>
                  <a:ext cx="12268" cy="25576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" name="Oval 65">
                  <a:extLst>
                    <a:ext uri="{FF2B5EF4-FFF2-40B4-BE49-F238E27FC236}">
                      <a16:creationId xmlns:a16="http://schemas.microsoft.com/office/drawing/2014/main" id="{A07E742C-1762-ED26-BF5F-4B24A0AA8956}"/>
                    </a:ext>
                  </a:extLst>
                </p:cNvPr>
                <p:cNvSpPr/>
                <p:nvPr/>
              </p:nvSpPr>
              <p:spPr>
                <a:xfrm>
                  <a:off x="7885911" y="20520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67" name="Oval 66">
                  <a:extLst>
                    <a:ext uri="{FF2B5EF4-FFF2-40B4-BE49-F238E27FC236}">
                      <a16:creationId xmlns:a16="http://schemas.microsoft.com/office/drawing/2014/main" id="{FD2BAD26-0594-63F1-5E6D-E9B6C5A2A279}"/>
                    </a:ext>
                  </a:extLst>
                </p:cNvPr>
                <p:cNvSpPr/>
                <p:nvPr/>
              </p:nvSpPr>
              <p:spPr>
                <a:xfrm>
                  <a:off x="7885911" y="2254377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638A2BC0-9E00-2121-9BD9-4BEEBE8CD015}"/>
                  </a:ext>
                </a:extLst>
              </p:cNvPr>
              <p:cNvGrpSpPr/>
              <p:nvPr/>
            </p:nvGrpSpPr>
            <p:grpSpPr>
              <a:xfrm>
                <a:off x="7291274" y="5406708"/>
                <a:ext cx="92467" cy="276072"/>
                <a:chOff x="7885911" y="2052016"/>
                <a:chExt cx="92467" cy="276072"/>
              </a:xfrm>
            </p:grpSpPr>
            <p:cxnSp>
              <p:nvCxnSpPr>
                <p:cNvPr id="69" name="Straight Connector 13">
                  <a:extLst>
                    <a:ext uri="{FF2B5EF4-FFF2-40B4-BE49-F238E27FC236}">
                      <a16:creationId xmlns:a16="http://schemas.microsoft.com/office/drawing/2014/main" id="{89F2B1A8-4ADE-4254-4922-E43161BEE2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V="1">
                  <a:off x="7919877" y="2062168"/>
                  <a:ext cx="12268" cy="255768"/>
                </a:xfrm>
                <a:prstGeom prst="straightConnector1">
                  <a:avLst/>
                </a:prstGeom>
                <a:ln w="381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70" name="Oval 69">
                  <a:extLst>
                    <a:ext uri="{FF2B5EF4-FFF2-40B4-BE49-F238E27FC236}">
                      <a16:creationId xmlns:a16="http://schemas.microsoft.com/office/drawing/2014/main" id="{ADAEC303-3515-F982-C5D8-EA1857A19BB4}"/>
                    </a:ext>
                  </a:extLst>
                </p:cNvPr>
                <p:cNvSpPr/>
                <p:nvPr/>
              </p:nvSpPr>
              <p:spPr>
                <a:xfrm>
                  <a:off x="7885911" y="2052016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71" name="Oval 70">
                  <a:extLst>
                    <a:ext uri="{FF2B5EF4-FFF2-40B4-BE49-F238E27FC236}">
                      <a16:creationId xmlns:a16="http://schemas.microsoft.com/office/drawing/2014/main" id="{6BAD2784-BD4D-7BC8-A3E5-CAA447ABE6AA}"/>
                    </a:ext>
                  </a:extLst>
                </p:cNvPr>
                <p:cNvSpPr/>
                <p:nvPr/>
              </p:nvSpPr>
              <p:spPr>
                <a:xfrm>
                  <a:off x="7885911" y="2254377"/>
                  <a:ext cx="92467" cy="73711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pic>
            <p:nvPicPr>
              <p:cNvPr id="73" name="Picture 72">
                <a:extLst>
                  <a:ext uri="{FF2B5EF4-FFF2-40B4-BE49-F238E27FC236}">
                    <a16:creationId xmlns:a16="http://schemas.microsoft.com/office/drawing/2014/main" id="{1FE6ABE9-E92C-7F6C-8A40-C3CFD00311B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7517" t="10570" r="37380" b="9190"/>
              <a:stretch/>
            </p:blipFill>
            <p:spPr>
              <a:xfrm>
                <a:off x="8906053" y="719603"/>
                <a:ext cx="1799609" cy="3201548"/>
              </a:xfrm>
              <a:prstGeom prst="rect">
                <a:avLst/>
              </a:prstGeom>
            </p:spPr>
          </p:pic>
          <p:cxnSp>
            <p:nvCxnSpPr>
              <p:cNvPr id="75" name="Straight Connector 13">
                <a:extLst>
                  <a:ext uri="{FF2B5EF4-FFF2-40B4-BE49-F238E27FC236}">
                    <a16:creationId xmlns:a16="http://schemas.microsoft.com/office/drawing/2014/main" id="{C0F45038-5101-621B-FD8F-0D70E0FD9E8A}"/>
                  </a:ext>
                </a:extLst>
              </p:cNvPr>
              <p:cNvCxnSpPr>
                <a:cxnSpLocks/>
                <a:stCxn id="25" idx="6"/>
              </p:cNvCxnSpPr>
              <p:nvPr/>
            </p:nvCxnSpPr>
            <p:spPr>
              <a:xfrm>
                <a:off x="7411356" y="1433039"/>
                <a:ext cx="2815132" cy="2245837"/>
              </a:xfrm>
              <a:prstGeom prst="bentConnector3">
                <a:avLst>
                  <a:gd name="adj1" fmla="val 50000"/>
                </a:avLst>
              </a:prstGeom>
              <a:ln w="38100">
                <a:solidFill>
                  <a:srgbClr val="EB192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Connector 13">
                <a:extLst>
                  <a:ext uri="{FF2B5EF4-FFF2-40B4-BE49-F238E27FC236}">
                    <a16:creationId xmlns:a16="http://schemas.microsoft.com/office/drawing/2014/main" id="{F1E7E396-AF93-DF94-F328-FB4C2DCEFE7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296145" y="3724390"/>
                <a:ext cx="2509712" cy="1715507"/>
              </a:xfrm>
              <a:prstGeom prst="bentConnector3">
                <a:avLst>
                  <a:gd name="adj1" fmla="val 100776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Straight Connector 13">
                <a:extLst>
                  <a:ext uri="{FF2B5EF4-FFF2-40B4-BE49-F238E27FC236}">
                    <a16:creationId xmlns:a16="http://schemas.microsoft.com/office/drawing/2014/main" id="{179A109C-0A7F-14F5-7BA8-C885BD052B8A}"/>
                  </a:ext>
                </a:extLst>
              </p:cNvPr>
              <p:cNvCxnSpPr>
                <a:cxnSpLocks/>
                <a:endCxn id="119" idx="0"/>
              </p:cNvCxnSpPr>
              <p:nvPr/>
            </p:nvCxnSpPr>
            <p:spPr>
              <a:xfrm flipH="1">
                <a:off x="8193470" y="1429163"/>
                <a:ext cx="27729" cy="1280565"/>
              </a:xfrm>
              <a:prstGeom prst="straightConnector1">
                <a:avLst/>
              </a:prstGeom>
              <a:ln w="38100">
                <a:solidFill>
                  <a:srgbClr val="EB192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Straight Connector 13">
                <a:extLst>
                  <a:ext uri="{FF2B5EF4-FFF2-40B4-BE49-F238E27FC236}">
                    <a16:creationId xmlns:a16="http://schemas.microsoft.com/office/drawing/2014/main" id="{A7088B49-6E58-B749-1F1C-FCBECD8C8F9F}"/>
                  </a:ext>
                </a:extLst>
              </p:cNvPr>
              <p:cNvCxnSpPr>
                <a:cxnSpLocks/>
                <a:endCxn id="119" idx="2"/>
              </p:cNvCxnSpPr>
              <p:nvPr/>
            </p:nvCxnSpPr>
            <p:spPr>
              <a:xfrm flipV="1">
                <a:off x="8193470" y="3712065"/>
                <a:ext cx="0" cy="1727587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3E0D37EB-63FC-C7DF-7434-99B9BEDF6EFC}"/>
                </a:ext>
              </a:extLst>
            </p:cNvPr>
            <p:cNvSpPr/>
            <p:nvPr/>
          </p:nvSpPr>
          <p:spPr>
            <a:xfrm>
              <a:off x="9091632" y="2186787"/>
              <a:ext cx="914400" cy="914400"/>
            </a:xfrm>
            <a:prstGeom prst="rect">
              <a:avLst/>
            </a:prstGeom>
            <a:noFill/>
            <a:ln w="3810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solidFill>
                    <a:schemeClr val="tx1"/>
                  </a:solidFill>
                </a:rPr>
                <a:t>LOAD</a:t>
              </a:r>
            </a:p>
          </p:txBody>
        </p:sp>
        <p:sp>
          <p:nvSpPr>
            <p:cNvPr id="132" name="TextBox 131">
              <a:extLst>
                <a:ext uri="{FF2B5EF4-FFF2-40B4-BE49-F238E27FC236}">
                  <a16:creationId xmlns:a16="http://schemas.microsoft.com/office/drawing/2014/main" id="{CC8EFBF3-D8EA-FF3F-423B-34F87F515DAA}"/>
                </a:ext>
              </a:extLst>
            </p:cNvPr>
            <p:cNvSpPr txBox="1"/>
            <p:nvPr/>
          </p:nvSpPr>
          <p:spPr>
            <a:xfrm>
              <a:off x="6907102" y="279184"/>
              <a:ext cx="4539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latin typeface="Cascadia Mono SemiBold" panose="020B0609020000020004" pitchFamily="49" charset="0"/>
                  <a:cs typeface="Cascadia Mono SemiBold" panose="020B0609020000020004" pitchFamily="49" charset="0"/>
                </a:rPr>
                <a:t>R1</a:t>
              </a:r>
            </a:p>
          </p:txBody>
        </p:sp>
      </p:grpSp>
      <p:pic>
        <p:nvPicPr>
          <p:cNvPr id="24" name="Picture 23">
            <a:extLst>
              <a:ext uri="{FF2B5EF4-FFF2-40B4-BE49-F238E27FC236}">
                <a16:creationId xmlns:a16="http://schemas.microsoft.com/office/drawing/2014/main" id="{7E40139C-9C82-9ED0-DA7C-2545BBB1B65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2" t="20693" r="28034" b="28320"/>
          <a:stretch/>
        </p:blipFill>
        <p:spPr>
          <a:xfrm>
            <a:off x="2423980" y="4036794"/>
            <a:ext cx="417745" cy="413728"/>
          </a:xfrm>
          <a:prstGeom prst="rect">
            <a:avLst/>
          </a:prstGeom>
        </p:spPr>
      </p:pic>
      <p:sp>
        <p:nvSpPr>
          <p:cNvPr id="43" name="Oval 42">
            <a:extLst>
              <a:ext uri="{FF2B5EF4-FFF2-40B4-BE49-F238E27FC236}">
                <a16:creationId xmlns:a16="http://schemas.microsoft.com/office/drawing/2014/main" id="{5463ED97-20B7-CC8A-15BB-78226DBF7E04}"/>
              </a:ext>
            </a:extLst>
          </p:cNvPr>
          <p:cNvSpPr/>
          <p:nvPr/>
        </p:nvSpPr>
        <p:spPr>
          <a:xfrm>
            <a:off x="3214116" y="222244"/>
            <a:ext cx="1299623" cy="1198834"/>
          </a:xfrm>
          <a:prstGeom prst="ellipse">
            <a:avLst/>
          </a:prstGeom>
          <a:noFill/>
          <a:ln>
            <a:solidFill>
              <a:schemeClr val="tx1"/>
            </a:solidFill>
            <a:prstDash val="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4C29B3B-E869-FA02-6FF1-55FA0D2CE0CC}"/>
              </a:ext>
            </a:extLst>
          </p:cNvPr>
          <p:cNvSpPr txBox="1"/>
          <p:nvPr/>
        </p:nvSpPr>
        <p:spPr>
          <a:xfrm>
            <a:off x="11048417" y="90137"/>
            <a:ext cx="1143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Buda Tech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A33561D-AB2D-056C-A45D-B06EE4CF0ED0}"/>
              </a:ext>
            </a:extLst>
          </p:cNvPr>
          <p:cNvGrpSpPr/>
          <p:nvPr/>
        </p:nvGrpSpPr>
        <p:grpSpPr>
          <a:xfrm>
            <a:off x="6594132" y="1177729"/>
            <a:ext cx="3896181" cy="3821965"/>
            <a:chOff x="6594132" y="1177729"/>
            <a:chExt cx="3896181" cy="3821965"/>
          </a:xfrm>
        </p:grpSpPr>
        <p:pic>
          <p:nvPicPr>
            <p:cNvPr id="47" name="Picture 46">
              <a:extLst>
                <a:ext uri="{FF2B5EF4-FFF2-40B4-BE49-F238E27FC236}">
                  <a16:creationId xmlns:a16="http://schemas.microsoft.com/office/drawing/2014/main" id="{E15F8859-8622-43D0-DAAF-A82EAEBCA55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659" t="27492" r="11924" b="45684"/>
            <a:stretch/>
          </p:blipFill>
          <p:spPr>
            <a:xfrm rot="5400000">
              <a:off x="7685716" y="2514578"/>
              <a:ext cx="1769249" cy="616591"/>
            </a:xfrm>
            <a:prstGeom prst="rect">
              <a:avLst/>
            </a:prstGeom>
          </p:spPr>
        </p:pic>
        <p:grpSp>
          <p:nvGrpSpPr>
            <p:cNvPr id="46" name="Group 45">
              <a:extLst>
                <a:ext uri="{FF2B5EF4-FFF2-40B4-BE49-F238E27FC236}">
                  <a16:creationId xmlns:a16="http://schemas.microsoft.com/office/drawing/2014/main" id="{05FF3731-9A41-E777-5985-46952811C1D5}"/>
                </a:ext>
              </a:extLst>
            </p:cNvPr>
            <p:cNvGrpSpPr/>
            <p:nvPr/>
          </p:nvGrpSpPr>
          <p:grpSpPr>
            <a:xfrm>
              <a:off x="6594132" y="1177729"/>
              <a:ext cx="3896181" cy="3821965"/>
              <a:chOff x="6594132" y="1177729"/>
              <a:chExt cx="3896181" cy="3821965"/>
            </a:xfrm>
          </p:grpSpPr>
          <p:cxnSp>
            <p:nvCxnSpPr>
              <p:cNvPr id="13" name="Straight Connector 13">
                <a:extLst>
                  <a:ext uri="{FF2B5EF4-FFF2-40B4-BE49-F238E27FC236}">
                    <a16:creationId xmlns:a16="http://schemas.microsoft.com/office/drawing/2014/main" id="{C79BE423-2A35-83D3-B4E1-DBE735114D72}"/>
                  </a:ext>
                </a:extLst>
              </p:cNvPr>
              <p:cNvCxnSpPr>
                <a:cxnSpLocks/>
              </p:cNvCxnSpPr>
              <p:nvPr/>
            </p:nvCxnSpPr>
            <p:spPr>
              <a:xfrm rot="10800000">
                <a:off x="7658995" y="1731031"/>
                <a:ext cx="877001" cy="283654"/>
              </a:xfrm>
              <a:prstGeom prst="bentConnector3">
                <a:avLst>
                  <a:gd name="adj1" fmla="val -2620"/>
                </a:avLst>
              </a:prstGeom>
              <a:ln w="57150">
                <a:solidFill>
                  <a:srgbClr val="EB192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136F9585-56C1-38E3-B32E-A5AF02B3F282}"/>
                  </a:ext>
                </a:extLst>
              </p:cNvPr>
              <p:cNvSpPr/>
              <p:nvPr/>
            </p:nvSpPr>
            <p:spPr>
              <a:xfrm>
                <a:off x="9704317" y="2549724"/>
                <a:ext cx="616593" cy="654681"/>
              </a:xfrm>
              <a:prstGeom prst="rect">
                <a:avLst/>
              </a:prstGeom>
              <a:noFill/>
              <a:ln w="381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>
                    <a:solidFill>
                      <a:schemeClr val="tx1"/>
                    </a:solidFill>
                  </a:rPr>
                  <a:t>LOAD</a:t>
                </a:r>
              </a:p>
            </p:txBody>
          </p:sp>
          <p:cxnSp>
            <p:nvCxnSpPr>
              <p:cNvPr id="22" name="Straight Connector 13">
                <a:extLst>
                  <a:ext uri="{FF2B5EF4-FFF2-40B4-BE49-F238E27FC236}">
                    <a16:creationId xmlns:a16="http://schemas.microsoft.com/office/drawing/2014/main" id="{4913AF70-9E0F-FA1C-7888-04E07FE036B0}"/>
                  </a:ext>
                </a:extLst>
              </p:cNvPr>
              <p:cNvCxnSpPr>
                <a:cxnSpLocks/>
                <a:stCxn id="20" idx="0"/>
              </p:cNvCxnSpPr>
              <p:nvPr/>
            </p:nvCxnSpPr>
            <p:spPr>
              <a:xfrm rot="16200000" flipV="1">
                <a:off x="8876827" y="1413936"/>
                <a:ext cx="820065" cy="1451511"/>
              </a:xfrm>
              <a:prstGeom prst="bentConnector2">
                <a:avLst/>
              </a:prstGeom>
              <a:ln w="57150">
                <a:solidFill>
                  <a:srgbClr val="EB192B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6F672176-A82D-EA4F-4F71-AACFFCA7A9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7792" t="20693" r="28034" b="28320"/>
              <a:stretch/>
            </p:blipFill>
            <p:spPr>
              <a:xfrm>
                <a:off x="9085268" y="3637767"/>
                <a:ext cx="417745" cy="413728"/>
              </a:xfrm>
              <a:prstGeom prst="rect">
                <a:avLst/>
              </a:prstGeom>
            </p:spPr>
          </p:pic>
          <p:cxnSp>
            <p:nvCxnSpPr>
              <p:cNvPr id="31" name="Straight Connector 13">
                <a:extLst>
                  <a:ext uri="{FF2B5EF4-FFF2-40B4-BE49-F238E27FC236}">
                    <a16:creationId xmlns:a16="http://schemas.microsoft.com/office/drawing/2014/main" id="{6C139F45-66B5-F40C-A0BF-8C97D2B263E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571712" y="3209000"/>
                <a:ext cx="1434886" cy="414470"/>
              </a:xfrm>
              <a:prstGeom prst="bentConnector3">
                <a:avLst>
                  <a:gd name="adj1" fmla="val 99669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666B3DC7-3262-D6BA-DBEA-CB5B002D8503}"/>
                      </a:ext>
                    </a:extLst>
                  </p:cNvPr>
                  <p:cNvSpPr txBox="1"/>
                  <p:nvPr/>
                </p:nvSpPr>
                <p:spPr>
                  <a:xfrm>
                    <a:off x="7460623" y="1177729"/>
                    <a:ext cx="396743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R</m:t>
                              </m:r>
                              <m:r>
                                <a:rPr lang="en-US" sz="3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7" name="TextBox 36">
                    <a:extLst>
                      <a:ext uri="{FF2B5EF4-FFF2-40B4-BE49-F238E27FC236}">
                        <a16:creationId xmlns:a16="http://schemas.microsoft.com/office/drawing/2014/main" id="{666B3DC7-3262-D6BA-DBEA-CB5B002D850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460623" y="1177729"/>
                    <a:ext cx="396743" cy="584775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r="-46154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7915E7F2-30FE-6AEB-4CA6-5F657BF1C316}"/>
                      </a:ext>
                    </a:extLst>
                  </p:cNvPr>
                  <p:cNvSpPr txBox="1"/>
                  <p:nvPr/>
                </p:nvSpPr>
                <p:spPr>
                  <a:xfrm>
                    <a:off x="8571712" y="1855155"/>
                    <a:ext cx="396743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diode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8" name="TextBox 37">
                    <a:extLst>
                      <a:ext uri="{FF2B5EF4-FFF2-40B4-BE49-F238E27FC236}">
                        <a16:creationId xmlns:a16="http://schemas.microsoft.com/office/drawing/2014/main" id="{7915E7F2-30FE-6AEB-4CA6-5F657BF1C31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571712" y="1855155"/>
                    <a:ext cx="396743" cy="584775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r="-158462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09C4F75F-DFF9-7622-762D-1333BAB477F4}"/>
                      </a:ext>
                    </a:extLst>
                  </p:cNvPr>
                  <p:cNvSpPr txBox="1"/>
                  <p:nvPr/>
                </p:nvSpPr>
                <p:spPr>
                  <a:xfrm>
                    <a:off x="10013985" y="1889143"/>
                    <a:ext cx="396743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320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load</m:t>
                              </m:r>
                            </m:sub>
                          </m:sSub>
                        </m:oMath>
                      </m:oMathPara>
                    </a14:m>
                    <a:endParaRPr lang="en-US" sz="3200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39" name="TextBox 38">
                    <a:extLst>
                      <a:ext uri="{FF2B5EF4-FFF2-40B4-BE49-F238E27FC236}">
                        <a16:creationId xmlns:a16="http://schemas.microsoft.com/office/drawing/2014/main" id="{09C4F75F-DFF9-7622-762D-1333BAB477F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013985" y="1889143"/>
                    <a:ext cx="396743" cy="584775"/>
                  </a:xfrm>
                  <a:prstGeom prst="rect">
                    <a:avLst/>
                  </a:prstGeom>
                  <a:blipFill>
                    <a:blip r:embed="rId12"/>
                    <a:stretch>
                      <a:fillRect r="-11076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FF2E970D-1E49-8D01-E8AA-1C66811ACB63}"/>
                      </a:ext>
                    </a:extLst>
                  </p:cNvPr>
                  <p:cNvSpPr txBox="1"/>
                  <p:nvPr/>
                </p:nvSpPr>
                <p:spPr>
                  <a:xfrm>
                    <a:off x="7049853" y="4414919"/>
                    <a:ext cx="3440460" cy="584775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  <m:r>
                              <a:rPr lang="en-US" sz="3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a14:m>
                    <a:r>
                      <a:rPr lang="en-US" sz="3200" dirty="0">
                        <a:solidFill>
                          <a:schemeClr val="tx1"/>
                        </a:solidFill>
                      </a:rPr>
                      <a:t>=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diode</m:t>
                            </m:r>
                          </m:sub>
                        </m:sSub>
                      </m:oMath>
                    </a14:m>
                    <a:r>
                      <a:rPr lang="en-US" sz="3200" dirty="0">
                        <a:solidFill>
                          <a:schemeClr val="tx1"/>
                        </a:solidFill>
                      </a:rPr>
                      <a:t> + </a:t>
                    </a:r>
                    <a14:m>
                      <m:oMath xmlns:m="http://schemas.openxmlformats.org/officeDocument/2006/math">
                        <m:sSub>
                          <m:sSubPr>
                            <m:ctrlPr>
                              <a:rPr lang="en-US" sz="320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32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𝐼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3200" b="0" i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load</m:t>
                            </m:r>
                          </m:sub>
                        </m:sSub>
                      </m:oMath>
                    </a14:m>
                    <a:r>
                      <a:rPr lang="en-US" sz="3200" dirty="0">
                        <a:solidFill>
                          <a:schemeClr val="tx1"/>
                        </a:solidFill>
                      </a:rPr>
                      <a:t> </a:t>
                    </a:r>
                  </a:p>
                </p:txBody>
              </p:sp>
            </mc:Choice>
            <mc:Fallback>
              <p:sp>
                <p:nvSpPr>
                  <p:cNvPr id="40" name="TextBox 39">
                    <a:extLst>
                      <a:ext uri="{FF2B5EF4-FFF2-40B4-BE49-F238E27FC236}">
                        <a16:creationId xmlns:a16="http://schemas.microsoft.com/office/drawing/2014/main" id="{FF2E970D-1E49-8D01-E8AA-1C66811ACB6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9853" y="4414919"/>
                    <a:ext cx="3440460" cy="584775"/>
                  </a:xfrm>
                  <a:prstGeom prst="rect">
                    <a:avLst/>
                  </a:prstGeom>
                  <a:blipFill>
                    <a:blip r:embed="rId13"/>
                    <a:stretch>
                      <a:fillRect t="-12500" b="-3437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4" name="TextBox 43">
                <a:extLst>
                  <a:ext uri="{FF2B5EF4-FFF2-40B4-BE49-F238E27FC236}">
                    <a16:creationId xmlns:a16="http://schemas.microsoft.com/office/drawing/2014/main" id="{DFC7BC7C-2AE3-6B60-3934-8887EF7A170C}"/>
                  </a:ext>
                </a:extLst>
              </p:cNvPr>
              <p:cNvSpPr txBox="1"/>
              <p:nvPr/>
            </p:nvSpPr>
            <p:spPr>
              <a:xfrm>
                <a:off x="6594132" y="2525311"/>
                <a:ext cx="160172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1N4007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34415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B66A0-9392-BE48-84FD-B1C6EA383C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>
            <a:extLst>
              <a:ext uri="{FF2B5EF4-FFF2-40B4-BE49-F238E27FC236}">
                <a16:creationId xmlns:a16="http://schemas.microsoft.com/office/drawing/2014/main" id="{5B079C00-0D96-5AA6-177F-1024FD27CA22}"/>
              </a:ext>
            </a:extLst>
          </p:cNvPr>
          <p:cNvGrpSpPr/>
          <p:nvPr/>
        </p:nvGrpSpPr>
        <p:grpSpPr>
          <a:xfrm>
            <a:off x="3967997" y="371259"/>
            <a:ext cx="7717674" cy="4940969"/>
            <a:chOff x="1632316" y="719603"/>
            <a:chExt cx="9073346" cy="541613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DA6E3BAC-E9B6-3089-C634-5F58F819CC59}"/>
                </a:ext>
              </a:extLst>
            </p:cNvPr>
            <p:cNvGrpSpPr/>
            <p:nvPr/>
          </p:nvGrpSpPr>
          <p:grpSpPr>
            <a:xfrm>
              <a:off x="7171771" y="1452443"/>
              <a:ext cx="319893" cy="3953113"/>
              <a:chOff x="6530086" y="249919"/>
              <a:chExt cx="474376" cy="513298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B9FEA2F2-25AB-5B96-4FE8-1F3FBD390F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390" b="89437" l="714" r="98286">
                            <a14:foregroundMark x1="2571" y1="76056" x2="2571" y2="76056"/>
                            <a14:foregroundMark x1="857" y1="77934" x2="24571" y2="63380"/>
                            <a14:foregroundMark x1="24571" y1="63380" x2="24857" y2="61268"/>
                            <a14:foregroundMark x1="15143" y1="67606" x2="26143" y2="61737"/>
                            <a14:foregroundMark x1="72143" y1="29108" x2="98286" y2="12676"/>
                            <a14:foregroundMark x1="29571" y1="73474" x2="29571" y2="73474"/>
                            <a14:foregroundMark x1="27143" y1="67606" x2="27143" y2="67606"/>
                            <a14:foregroundMark x1="77000" y1="32864" x2="73571" y2="34977"/>
                            <a14:foregroundMark x1="83429" y1="29577" x2="78000" y2="31925"/>
                            <a14:foregroundMark x1="73714" y1="35211" x2="73571" y2="3591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748925">
                <a:off x="6379726" y="2525607"/>
                <a:ext cx="776759" cy="472713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8218EB8-C164-B226-8D9C-E27EB1561F3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390" b="89437" l="714" r="98286">
                            <a14:foregroundMark x1="2571" y1="76056" x2="2571" y2="76056"/>
                            <a14:foregroundMark x1="857" y1="77934" x2="24571" y2="63380"/>
                            <a14:foregroundMark x1="24571" y1="63380" x2="24857" y2="61268"/>
                            <a14:foregroundMark x1="15143" y1="67606" x2="26143" y2="61737"/>
                            <a14:foregroundMark x1="72143" y1="29108" x2="98286" y2="12676"/>
                            <a14:foregroundMark x1="29571" y1="73474" x2="29571" y2="73474"/>
                            <a14:foregroundMark x1="27143" y1="67606" x2="27143" y2="67606"/>
                            <a14:foregroundMark x1="77000" y1="32864" x2="73571" y2="34977"/>
                            <a14:foregroundMark x1="83429" y1="29577" x2="78000" y2="31925"/>
                            <a14:foregroundMark x1="73714" y1="35211" x2="73571" y2="3591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748925">
                <a:off x="6379726" y="3641888"/>
                <a:ext cx="776759" cy="472713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C1EADD5E-98AD-0BD1-D127-D213DB7C11F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390" b="89437" l="714" r="98286">
                            <a14:foregroundMark x1="2571" y1="76056" x2="2571" y2="76056"/>
                            <a14:foregroundMark x1="857" y1="77934" x2="24571" y2="63380"/>
                            <a14:foregroundMark x1="24571" y1="63380" x2="24857" y2="61268"/>
                            <a14:foregroundMark x1="15143" y1="67606" x2="26143" y2="61737"/>
                            <a14:foregroundMark x1="72143" y1="29108" x2="98286" y2="12676"/>
                            <a14:foregroundMark x1="29571" y1="73474" x2="29571" y2="73474"/>
                            <a14:foregroundMark x1="27143" y1="67606" x2="27143" y2="67606"/>
                            <a14:foregroundMark x1="77000" y1="32864" x2="73571" y2="34977"/>
                            <a14:foregroundMark x1="83429" y1="29577" x2="78000" y2="31925"/>
                            <a14:foregroundMark x1="73714" y1="35211" x2="73571" y2="3591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748925">
                <a:off x="6379726" y="4758169"/>
                <a:ext cx="776759" cy="472713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795A196D-5C0D-7767-D41F-9884CDA6492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390" b="89437" l="714" r="98286">
                            <a14:foregroundMark x1="2571" y1="76056" x2="2571" y2="76056"/>
                            <a14:foregroundMark x1="857" y1="77934" x2="24571" y2="63380"/>
                            <a14:foregroundMark x1="24571" y1="63380" x2="24857" y2="61268"/>
                            <a14:foregroundMark x1="15143" y1="67606" x2="26143" y2="61737"/>
                            <a14:foregroundMark x1="72143" y1="29108" x2="98286" y2="12676"/>
                            <a14:foregroundMark x1="29571" y1="73474" x2="29571" y2="73474"/>
                            <a14:foregroundMark x1="27143" y1="67606" x2="27143" y2="67606"/>
                            <a14:foregroundMark x1="77000" y1="32864" x2="73571" y2="34977"/>
                            <a14:foregroundMark x1="83429" y1="29577" x2="78000" y2="31925"/>
                            <a14:foregroundMark x1="73714" y1="35211" x2="73571" y2="3591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748925">
                <a:off x="6378064" y="1409326"/>
                <a:ext cx="776759" cy="472713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2504A297-7694-9E40-87D9-654DF526A02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390" b="89437" l="714" r="98286">
                            <a14:foregroundMark x1="2571" y1="76056" x2="2571" y2="76056"/>
                            <a14:foregroundMark x1="857" y1="77934" x2="24571" y2="63380"/>
                            <a14:foregroundMark x1="24571" y1="63380" x2="24857" y2="61268"/>
                            <a14:foregroundMark x1="15143" y1="67606" x2="26143" y2="61737"/>
                            <a14:foregroundMark x1="72143" y1="29108" x2="98286" y2="12676"/>
                            <a14:foregroundMark x1="29571" y1="73474" x2="29571" y2="73474"/>
                            <a14:foregroundMark x1="27143" y1="67606" x2="27143" y2="67606"/>
                            <a14:foregroundMark x1="77000" y1="32864" x2="73571" y2="34977"/>
                            <a14:foregroundMark x1="83429" y1="29577" x2="78000" y2="31925"/>
                            <a14:foregroundMark x1="73714" y1="35211" x2="73571" y2="3591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748925">
                <a:off x="6378063" y="401942"/>
                <a:ext cx="776759" cy="472713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0EBB2242-A7E1-6C0E-B3A6-771606C967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469034" y="2796570"/>
              <a:ext cx="1950794" cy="162422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D67A41E8-1DB3-B1BF-453D-8969AC17C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4816574" y="1013654"/>
              <a:ext cx="1075964" cy="127689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C99A6D6F-AC47-8C09-A6A2-DE1CA6729DF2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rot="5400000" flipH="1" flipV="1">
              <a:off x="2815152" y="1427579"/>
              <a:ext cx="2351501" cy="1651343"/>
            </a:xfrm>
            <a:prstGeom prst="bentConnector2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13">
              <a:extLst>
                <a:ext uri="{FF2B5EF4-FFF2-40B4-BE49-F238E27FC236}">
                  <a16:creationId xmlns:a16="http://schemas.microsoft.com/office/drawing/2014/main" id="{B0830C03-359F-F95C-EA57-7B686A8209ED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 rot="10800000">
              <a:off x="5892539" y="1077500"/>
              <a:ext cx="1438619" cy="336727"/>
            </a:xfrm>
            <a:prstGeom prst="bentConnector3">
              <a:avLst>
                <a:gd name="adj1" fmla="val -2256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E7639503-1E88-7800-4E1A-74EE453B1A8A}"/>
                </a:ext>
              </a:extLst>
            </p:cNvPr>
            <p:cNvSpPr/>
            <p:nvPr/>
          </p:nvSpPr>
          <p:spPr>
            <a:xfrm>
              <a:off x="7318889" y="1396183"/>
              <a:ext cx="92467" cy="737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39E8087-D091-6FD1-7503-05870EA54DDA}"/>
                </a:ext>
              </a:extLst>
            </p:cNvPr>
            <p:cNvSpPr/>
            <p:nvPr/>
          </p:nvSpPr>
          <p:spPr>
            <a:xfrm>
              <a:off x="3118997" y="3355289"/>
              <a:ext cx="92467" cy="737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13">
              <a:extLst>
                <a:ext uri="{FF2B5EF4-FFF2-40B4-BE49-F238E27FC236}">
                  <a16:creationId xmlns:a16="http://schemas.microsoft.com/office/drawing/2014/main" id="{F6ED8570-8CA1-35B0-0193-D62CFD42C9A6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165237" y="3825575"/>
              <a:ext cx="3904271" cy="2310163"/>
            </a:xfrm>
            <a:prstGeom prst="bentConnector3">
              <a:avLst>
                <a:gd name="adj1" fmla="val 99533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6B695B64-D182-237D-F268-BF6D6D2F4142}"/>
                </a:ext>
              </a:extLst>
            </p:cNvPr>
            <p:cNvSpPr/>
            <p:nvPr/>
          </p:nvSpPr>
          <p:spPr>
            <a:xfrm>
              <a:off x="3118997" y="3788716"/>
              <a:ext cx="92467" cy="73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13">
              <a:extLst>
                <a:ext uri="{FF2B5EF4-FFF2-40B4-BE49-F238E27FC236}">
                  <a16:creationId xmlns:a16="http://schemas.microsoft.com/office/drawing/2014/main" id="{8DDA5FB3-D295-AE2C-097C-09B7CA33DA9B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854351" y="5658933"/>
              <a:ext cx="691964" cy="261648"/>
            </a:xfrm>
            <a:prstGeom prst="bentConnector3">
              <a:avLst>
                <a:gd name="adj1" fmla="val -12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B8E39E38-F143-02DA-1942-71CA376AC13F}"/>
                </a:ext>
              </a:extLst>
            </p:cNvPr>
            <p:cNvGrpSpPr/>
            <p:nvPr/>
          </p:nvGrpSpPr>
          <p:grpSpPr>
            <a:xfrm>
              <a:off x="7291274" y="2010086"/>
              <a:ext cx="92467" cy="276072"/>
              <a:chOff x="7885911" y="2052016"/>
              <a:chExt cx="92467" cy="276072"/>
            </a:xfrm>
          </p:grpSpPr>
          <p:cxnSp>
            <p:nvCxnSpPr>
              <p:cNvPr id="52" name="Straight Connector 13">
                <a:extLst>
                  <a:ext uri="{FF2B5EF4-FFF2-40B4-BE49-F238E27FC236}">
                    <a16:creationId xmlns:a16="http://schemas.microsoft.com/office/drawing/2014/main" id="{2C89A1C3-0EDB-8A93-FCCB-ADFCCCEFEC1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9877" y="2062168"/>
                <a:ext cx="12268" cy="25576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E1B4EF73-0B0D-4395-BED7-A73A168F01AA}"/>
                  </a:ext>
                </a:extLst>
              </p:cNvPr>
              <p:cNvSpPr/>
              <p:nvPr/>
            </p:nvSpPr>
            <p:spPr>
              <a:xfrm>
                <a:off x="7885911" y="2052016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51CA3C08-8DA2-B77E-C1E2-230169E5B237}"/>
                  </a:ext>
                </a:extLst>
              </p:cNvPr>
              <p:cNvSpPr/>
              <p:nvPr/>
            </p:nvSpPr>
            <p:spPr>
              <a:xfrm>
                <a:off x="7885911" y="2254377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2D3AC236-1812-D496-BDE5-66124BBEC2A5}"/>
                </a:ext>
              </a:extLst>
            </p:cNvPr>
            <p:cNvGrpSpPr/>
            <p:nvPr/>
          </p:nvGrpSpPr>
          <p:grpSpPr>
            <a:xfrm>
              <a:off x="7291274" y="2814960"/>
              <a:ext cx="92467" cy="276072"/>
              <a:chOff x="7885911" y="2052016"/>
              <a:chExt cx="92467" cy="276072"/>
            </a:xfrm>
          </p:grpSpPr>
          <p:cxnSp>
            <p:nvCxnSpPr>
              <p:cNvPr id="57" name="Straight Connector 13">
                <a:extLst>
                  <a:ext uri="{FF2B5EF4-FFF2-40B4-BE49-F238E27FC236}">
                    <a16:creationId xmlns:a16="http://schemas.microsoft.com/office/drawing/2014/main" id="{BB037D46-C36F-E099-4A4E-10BA0AEBFD4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9877" y="2062168"/>
                <a:ext cx="12268" cy="25576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9E2C07EA-CBC7-ADBE-493E-1CD85DA05A66}"/>
                  </a:ext>
                </a:extLst>
              </p:cNvPr>
              <p:cNvSpPr/>
              <p:nvPr/>
            </p:nvSpPr>
            <p:spPr>
              <a:xfrm>
                <a:off x="7885911" y="2052016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B95D2EFC-C4E3-4E1B-C03E-D37FF6A09F93}"/>
                  </a:ext>
                </a:extLst>
              </p:cNvPr>
              <p:cNvSpPr/>
              <p:nvPr/>
            </p:nvSpPr>
            <p:spPr>
              <a:xfrm>
                <a:off x="7885911" y="2254377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28D5F27-AA6B-AF22-2FF0-5739F39419FD}"/>
                </a:ext>
              </a:extLst>
            </p:cNvPr>
            <p:cNvGrpSpPr/>
            <p:nvPr/>
          </p:nvGrpSpPr>
          <p:grpSpPr>
            <a:xfrm>
              <a:off x="7291274" y="3678876"/>
              <a:ext cx="92467" cy="276072"/>
              <a:chOff x="7885911" y="2052016"/>
              <a:chExt cx="92467" cy="276072"/>
            </a:xfrm>
          </p:grpSpPr>
          <p:cxnSp>
            <p:nvCxnSpPr>
              <p:cNvPr id="61" name="Straight Connector 13">
                <a:extLst>
                  <a:ext uri="{FF2B5EF4-FFF2-40B4-BE49-F238E27FC236}">
                    <a16:creationId xmlns:a16="http://schemas.microsoft.com/office/drawing/2014/main" id="{87D6D920-6D40-5EFD-31E7-FB2991EDC84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9877" y="2062168"/>
                <a:ext cx="12268" cy="25576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81C12992-0590-A640-559F-D776070D096E}"/>
                  </a:ext>
                </a:extLst>
              </p:cNvPr>
              <p:cNvSpPr/>
              <p:nvPr/>
            </p:nvSpPr>
            <p:spPr>
              <a:xfrm>
                <a:off x="7885911" y="2052016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F73C1ED5-CCC9-3671-D61E-9BB369C1CF6E}"/>
                  </a:ext>
                </a:extLst>
              </p:cNvPr>
              <p:cNvSpPr/>
              <p:nvPr/>
            </p:nvSpPr>
            <p:spPr>
              <a:xfrm>
                <a:off x="7885911" y="2254377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23CF1029-B82E-3811-9F60-056B9BCE0341}"/>
                </a:ext>
              </a:extLst>
            </p:cNvPr>
            <p:cNvGrpSpPr/>
            <p:nvPr/>
          </p:nvGrpSpPr>
          <p:grpSpPr>
            <a:xfrm>
              <a:off x="7291274" y="4542792"/>
              <a:ext cx="92467" cy="276072"/>
              <a:chOff x="7885911" y="2052016"/>
              <a:chExt cx="92467" cy="276072"/>
            </a:xfrm>
          </p:grpSpPr>
          <p:cxnSp>
            <p:nvCxnSpPr>
              <p:cNvPr id="65" name="Straight Connector 13">
                <a:extLst>
                  <a:ext uri="{FF2B5EF4-FFF2-40B4-BE49-F238E27FC236}">
                    <a16:creationId xmlns:a16="http://schemas.microsoft.com/office/drawing/2014/main" id="{35C86AB8-4EBF-066B-D094-0DD4FFC47C5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9877" y="2062168"/>
                <a:ext cx="12268" cy="25576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8BB828B0-42DF-51D0-8339-8E5041CAEA5F}"/>
                  </a:ext>
                </a:extLst>
              </p:cNvPr>
              <p:cNvSpPr/>
              <p:nvPr/>
            </p:nvSpPr>
            <p:spPr>
              <a:xfrm>
                <a:off x="7885911" y="2052016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220D145C-3AE4-B87A-0534-DAF720C67159}"/>
                  </a:ext>
                </a:extLst>
              </p:cNvPr>
              <p:cNvSpPr/>
              <p:nvPr/>
            </p:nvSpPr>
            <p:spPr>
              <a:xfrm>
                <a:off x="7885911" y="2254377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AD3E8D9C-40E1-42FA-47CB-CF7A440BBE69}"/>
                </a:ext>
              </a:extLst>
            </p:cNvPr>
            <p:cNvGrpSpPr/>
            <p:nvPr/>
          </p:nvGrpSpPr>
          <p:grpSpPr>
            <a:xfrm>
              <a:off x="7291274" y="5406708"/>
              <a:ext cx="92467" cy="276072"/>
              <a:chOff x="7885911" y="2052016"/>
              <a:chExt cx="92467" cy="276072"/>
            </a:xfrm>
          </p:grpSpPr>
          <p:cxnSp>
            <p:nvCxnSpPr>
              <p:cNvPr id="69" name="Straight Connector 13">
                <a:extLst>
                  <a:ext uri="{FF2B5EF4-FFF2-40B4-BE49-F238E27FC236}">
                    <a16:creationId xmlns:a16="http://schemas.microsoft.com/office/drawing/2014/main" id="{90AF484C-9F2B-65F0-AA67-D82A23C838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9877" y="2062168"/>
                <a:ext cx="12268" cy="25576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E78E164-47AC-2BDF-5849-ED833509DBF8}"/>
                  </a:ext>
                </a:extLst>
              </p:cNvPr>
              <p:cNvSpPr/>
              <p:nvPr/>
            </p:nvSpPr>
            <p:spPr>
              <a:xfrm>
                <a:off x="7885911" y="2052016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B421F8DA-FDEF-66FA-0ADD-C52CEBCCC222}"/>
                  </a:ext>
                </a:extLst>
              </p:cNvPr>
              <p:cNvSpPr/>
              <p:nvPr/>
            </p:nvSpPr>
            <p:spPr>
              <a:xfrm>
                <a:off x="7885911" y="2254377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2718AB58-BA9B-15AE-CEF5-332C4806152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17" t="10570" r="37380" b="9190"/>
            <a:stretch/>
          </p:blipFill>
          <p:spPr>
            <a:xfrm>
              <a:off x="8906053" y="719603"/>
              <a:ext cx="1799609" cy="3201548"/>
            </a:xfrm>
            <a:prstGeom prst="rect">
              <a:avLst/>
            </a:prstGeom>
          </p:spPr>
        </p:pic>
        <p:cxnSp>
          <p:nvCxnSpPr>
            <p:cNvPr id="75" name="Straight Connector 13">
              <a:extLst>
                <a:ext uri="{FF2B5EF4-FFF2-40B4-BE49-F238E27FC236}">
                  <a16:creationId xmlns:a16="http://schemas.microsoft.com/office/drawing/2014/main" id="{198B28B8-7570-3967-9135-CFBF29502C66}"/>
                </a:ext>
              </a:extLst>
            </p:cNvPr>
            <p:cNvCxnSpPr>
              <a:cxnSpLocks/>
              <a:stCxn id="25" idx="6"/>
            </p:cNvCxnSpPr>
            <p:nvPr/>
          </p:nvCxnSpPr>
          <p:spPr>
            <a:xfrm>
              <a:off x="7411356" y="1433039"/>
              <a:ext cx="2815132" cy="2245837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EB19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3">
              <a:extLst>
                <a:ext uri="{FF2B5EF4-FFF2-40B4-BE49-F238E27FC236}">
                  <a16:creationId xmlns:a16="http://schemas.microsoft.com/office/drawing/2014/main" id="{E9A8DB25-1D54-C856-A569-25829BE10C64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6145" y="3724390"/>
              <a:ext cx="2509712" cy="1715507"/>
            </a:xfrm>
            <a:prstGeom prst="bentConnector3">
              <a:avLst>
                <a:gd name="adj1" fmla="val 100776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3">
              <a:extLst>
                <a:ext uri="{FF2B5EF4-FFF2-40B4-BE49-F238E27FC236}">
                  <a16:creationId xmlns:a16="http://schemas.microsoft.com/office/drawing/2014/main" id="{A43E048B-6DD7-490D-B93F-F0BDE6C89842}"/>
                </a:ext>
              </a:extLst>
            </p:cNvPr>
            <p:cNvCxnSpPr>
              <a:cxnSpLocks/>
              <a:endCxn id="119" idx="0"/>
            </p:cNvCxnSpPr>
            <p:nvPr/>
          </p:nvCxnSpPr>
          <p:spPr>
            <a:xfrm flipH="1">
              <a:off x="8193470" y="1429163"/>
              <a:ext cx="27729" cy="1280565"/>
            </a:xfrm>
            <a:prstGeom prst="straightConnector1">
              <a:avLst/>
            </a:prstGeom>
            <a:ln w="38100">
              <a:solidFill>
                <a:srgbClr val="EB19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3">
              <a:extLst>
                <a:ext uri="{FF2B5EF4-FFF2-40B4-BE49-F238E27FC236}">
                  <a16:creationId xmlns:a16="http://schemas.microsoft.com/office/drawing/2014/main" id="{8CC3DEC0-A525-3208-B954-AD0BE8B3F546}"/>
                </a:ext>
              </a:extLst>
            </p:cNvPr>
            <p:cNvCxnSpPr>
              <a:cxnSpLocks/>
              <a:endCxn id="119" idx="2"/>
            </p:cNvCxnSpPr>
            <p:nvPr/>
          </p:nvCxnSpPr>
          <p:spPr>
            <a:xfrm flipV="1">
              <a:off x="8193470" y="3712065"/>
              <a:ext cx="0" cy="1727587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9" name="Rectangle 118">
            <a:extLst>
              <a:ext uri="{FF2B5EF4-FFF2-40B4-BE49-F238E27FC236}">
                <a16:creationId xmlns:a16="http://schemas.microsoft.com/office/drawing/2014/main" id="{ECA2383E-CC0D-8DB0-4A59-FA89FB300E4D}"/>
              </a:ext>
            </a:extLst>
          </p:cNvPr>
          <p:cNvSpPr/>
          <p:nvPr/>
        </p:nvSpPr>
        <p:spPr>
          <a:xfrm>
            <a:off x="9091632" y="2186787"/>
            <a:ext cx="914400" cy="9144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LOAD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45BBDDB0-3606-51D0-5A37-0A5AA8599380}"/>
              </a:ext>
            </a:extLst>
          </p:cNvPr>
          <p:cNvSpPr txBox="1"/>
          <p:nvPr/>
        </p:nvSpPr>
        <p:spPr>
          <a:xfrm>
            <a:off x="6907102" y="27918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R1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D5FE57F-F4BF-CF4C-03AE-3B1C2352F016}"/>
                  </a:ext>
                </a:extLst>
              </p:cNvPr>
              <p:cNvSpPr txBox="1"/>
              <p:nvPr/>
            </p:nvSpPr>
            <p:spPr>
              <a:xfrm>
                <a:off x="-53895" y="3868021"/>
                <a:ext cx="4683899" cy="1097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sub>
                          </m:sSub>
                          <m:r>
                            <a:rPr 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out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load</m:t>
                              </m:r>
                            </m:sub>
                          </m:sSub>
                          <m:r>
                            <a:rPr 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dio</m:t>
                              </m:r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D5FE57F-F4BF-CF4C-03AE-3B1C2352F0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895" y="3868021"/>
                <a:ext cx="4683899" cy="1097480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A9E3EB36-BA56-9288-B4BD-E72ADD925A6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2" t="20693" r="28034" b="28320"/>
          <a:stretch/>
        </p:blipFill>
        <p:spPr>
          <a:xfrm>
            <a:off x="6723469" y="5309862"/>
            <a:ext cx="417745" cy="41372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E2B5E3-C174-6001-1848-5EC2E05D2DA6}"/>
                  </a:ext>
                </a:extLst>
              </p:cNvPr>
              <p:cNvSpPr txBox="1"/>
              <p:nvPr/>
            </p:nvSpPr>
            <p:spPr>
              <a:xfrm>
                <a:off x="549786" y="1474368"/>
                <a:ext cx="344046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diode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load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54E2B5E3-C174-6001-1848-5EC2E05D2D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86" y="1474368"/>
                <a:ext cx="3440460" cy="584775"/>
              </a:xfrm>
              <a:prstGeom prst="rect">
                <a:avLst/>
              </a:prstGeom>
              <a:blipFill>
                <a:blip r:embed="rId9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D459EA-AAEF-0D37-452A-5139F17EB3FF}"/>
                  </a:ext>
                </a:extLst>
              </p:cNvPr>
              <p:cNvSpPr txBox="1"/>
              <p:nvPr/>
            </p:nvSpPr>
            <p:spPr>
              <a:xfrm>
                <a:off x="608111" y="2664450"/>
                <a:ext cx="344046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52D459EA-AAEF-0D37-452A-5139F17EB3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11" y="2664450"/>
                <a:ext cx="3440460" cy="584775"/>
              </a:xfrm>
              <a:prstGeom prst="rect">
                <a:avLst/>
              </a:prstGeom>
              <a:blipFill>
                <a:blip r:embed="rId10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DCF4ADB1-C18A-169E-39D7-4A7669CB742F}"/>
              </a:ext>
            </a:extLst>
          </p:cNvPr>
          <p:cNvSpPr txBox="1"/>
          <p:nvPr/>
        </p:nvSpPr>
        <p:spPr>
          <a:xfrm>
            <a:off x="11048417" y="90137"/>
            <a:ext cx="1143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Buda Tech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304DF36D-113D-D3F2-9C89-842EAC9ED0E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8201936" y="1280784"/>
            <a:ext cx="483255" cy="1718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14CC460-447D-7FBA-8EC4-A38FAE98DC67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8201935" y="1973592"/>
            <a:ext cx="483255" cy="171882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2F4AA0E9-2603-3E96-9381-171486DFEA5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8201934" y="2666400"/>
            <a:ext cx="483255" cy="17188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7B14FCE-BA18-58D5-EABE-F8517D88CDED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8201933" y="3359208"/>
            <a:ext cx="483255" cy="171882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3C9385D-D0A2-51F5-146E-979025C09199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659" t="27492" r="11924" b="45684"/>
          <a:stretch/>
        </p:blipFill>
        <p:spPr>
          <a:xfrm rot="5400000">
            <a:off x="8201932" y="4254499"/>
            <a:ext cx="483255" cy="171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446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829CB-0109-8622-90E3-12626DB463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D1CC40E-0113-2A4D-D7A5-E52FAD4B247B}"/>
                  </a:ext>
                </a:extLst>
              </p:cNvPr>
              <p:cNvSpPr txBox="1"/>
              <p:nvPr/>
            </p:nvSpPr>
            <p:spPr>
              <a:xfrm>
                <a:off x="-53895" y="3868021"/>
                <a:ext cx="4683899" cy="109748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sub>
                          </m:sSub>
                          <m:r>
                            <a:rPr 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out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load</m:t>
                              </m:r>
                            </m:sub>
                          </m:sSub>
                          <m:r>
                            <a:rPr 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3200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3200" b="0" i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dio</m:t>
                              </m:r>
                              <m:r>
                                <a:rPr lang="en-US" sz="3200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7D1CC40E-0113-2A4D-D7A5-E52FAD4B24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53895" y="3868021"/>
                <a:ext cx="4683899" cy="109748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969740-40BE-3690-21BA-3CF32BF6E33B}"/>
                  </a:ext>
                </a:extLst>
              </p:cNvPr>
              <p:cNvSpPr txBox="1"/>
              <p:nvPr/>
            </p:nvSpPr>
            <p:spPr>
              <a:xfrm>
                <a:off x="549786" y="1474368"/>
                <a:ext cx="344046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diode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+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load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8E969740-40BE-3690-21BA-3CF32BF6E3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786" y="1474368"/>
                <a:ext cx="3440460" cy="584775"/>
              </a:xfrm>
              <a:prstGeom prst="rect">
                <a:avLst/>
              </a:prstGeom>
              <a:blipFill>
                <a:blip r:embed="rId3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763008-E68D-B72A-9932-48E229D4B39A}"/>
                  </a:ext>
                </a:extLst>
              </p:cNvPr>
              <p:cNvSpPr txBox="1"/>
              <p:nvPr/>
            </p:nvSpPr>
            <p:spPr>
              <a:xfrm>
                <a:off x="608111" y="2664450"/>
                <a:ext cx="3440460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  <m: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en-US" sz="3200" dirty="0">
                    <a:solidFill>
                      <a:schemeClr val="tx1"/>
                    </a:solidFill>
                    <a:latin typeface="Cambria" panose="02040503050406030204" pitchFamily="18" charset="0"/>
                    <a:ea typeface="Cambria" panose="02040503050406030204" pitchFamily="18" charset="0"/>
                  </a:rPr>
                  <a:t> </a:t>
                </a:r>
              </a:p>
            </p:txBody>
          </p:sp>
        </mc:Choice>
        <mc:Fallback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AA763008-E68D-B72A-9932-48E229D4B39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8111" y="2664450"/>
                <a:ext cx="3440460" cy="584775"/>
              </a:xfrm>
              <a:prstGeom prst="rect">
                <a:avLst/>
              </a:prstGeom>
              <a:blipFill>
                <a:blip r:embed="rId4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3" name="TextBox 12">
            <a:extLst>
              <a:ext uri="{FF2B5EF4-FFF2-40B4-BE49-F238E27FC236}">
                <a16:creationId xmlns:a16="http://schemas.microsoft.com/office/drawing/2014/main" id="{E7E74F26-4BFC-9896-AE7B-923B3DAC4339}"/>
              </a:ext>
            </a:extLst>
          </p:cNvPr>
          <p:cNvSpPr txBox="1"/>
          <p:nvPr/>
        </p:nvSpPr>
        <p:spPr>
          <a:xfrm>
            <a:off x="11048417" y="90137"/>
            <a:ext cx="1143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Buda Tech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041A9C5-7571-7D1E-D844-AC520AB957B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04506" y="681544"/>
            <a:ext cx="6528810" cy="4979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332667E-C74E-3976-5CAF-6D1C43C0B97E}"/>
                  </a:ext>
                </a:extLst>
              </p:cNvPr>
              <p:cNvSpPr txBox="1"/>
              <p:nvPr/>
            </p:nvSpPr>
            <p:spPr>
              <a:xfrm>
                <a:off x="6670623" y="1679565"/>
                <a:ext cx="2082045" cy="206210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in</m:t>
                        </m:r>
                      </m:sub>
                    </m:sSub>
                  </m:oMath>
                </a14:m>
                <a:r>
                  <a:rPr lang="en-US" sz="3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=9V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out</m:t>
                        </m:r>
                      </m:sub>
                    </m:sSub>
                  </m:oMath>
                </a14:m>
                <a:r>
                  <a:rPr lang="en-US" sz="3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3.5V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dio</m:t>
                        </m:r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𝑑𝑒</m:t>
                        </m:r>
                      </m:sub>
                    </m:sSub>
                  </m:oMath>
                </a14:m>
                <a:r>
                  <a:rPr lang="en-US" sz="3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 = 1A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320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32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sz="3200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load</m:t>
                        </m:r>
                      </m:sub>
                    </m:sSub>
                  </m:oMath>
                </a14:m>
                <a:r>
                  <a:rPr lang="en-US" sz="3200" dirty="0">
                    <a:latin typeface="Cambria" panose="02040503050406030204" pitchFamily="18" charset="0"/>
                    <a:ea typeface="Cambria" panose="02040503050406030204" pitchFamily="18" charset="0"/>
                  </a:rPr>
                  <a:t>= 1.2A</a:t>
                </a: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332667E-C74E-3976-5CAF-6D1C43C0B97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0623" y="1679565"/>
                <a:ext cx="2082045" cy="2062103"/>
              </a:xfrm>
              <a:prstGeom prst="rect">
                <a:avLst/>
              </a:prstGeom>
              <a:blipFill>
                <a:blip r:embed="rId6"/>
                <a:stretch>
                  <a:fillRect t="-3846" r="-6433" b="-88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A98F8BB-B387-E963-E513-0035399CABA9}"/>
                  </a:ext>
                </a:extLst>
              </p:cNvPr>
              <p:cNvSpPr txBox="1"/>
              <p:nvPr/>
            </p:nvSpPr>
            <p:spPr>
              <a:xfrm>
                <a:off x="5369695" y="4080955"/>
                <a:ext cx="4683899" cy="10357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9</m:t>
                          </m:r>
                          <m:r>
                            <a:rPr 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.5</m:t>
                          </m:r>
                        </m:num>
                        <m:den>
                          <m: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  <m:r>
                            <a:rPr lang="en-US" sz="32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.2</m:t>
                          </m:r>
                        </m:den>
                      </m:f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A98F8BB-B387-E963-E513-0035399CAB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69695" y="4080955"/>
                <a:ext cx="4683899" cy="103573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434944-1E2E-FF0C-8CD4-C884DF9B788D}"/>
                  </a:ext>
                </a:extLst>
              </p:cNvPr>
              <p:cNvSpPr txBox="1"/>
              <p:nvPr/>
            </p:nvSpPr>
            <p:spPr>
              <a:xfrm>
                <a:off x="5594546" y="5455975"/>
                <a:ext cx="4683899" cy="58477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2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200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3200" i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3200" i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320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  <m:r>
                        <a:rPr lang="en-US" sz="32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.5</m:t>
                      </m:r>
                      <m:r>
                        <a:rPr lang="en-US" sz="3200" i="1"/>
                        <m:t>𝛺</m:t>
                      </m:r>
                    </m:oMath>
                  </m:oMathPara>
                </a14:m>
                <a:endParaRPr lang="en-US" sz="3200" dirty="0">
                  <a:solidFill>
                    <a:schemeClr val="tx1"/>
                  </a:solidFill>
                  <a:latin typeface="Cambria" panose="02040503050406030204" pitchFamily="18" charset="0"/>
                  <a:ea typeface="Cambria" panose="02040503050406030204" pitchFamily="18" charset="0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D8434944-1E2E-FF0C-8CD4-C884DF9B78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94546" y="5455975"/>
                <a:ext cx="4683899" cy="58477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59629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2400E9-F4DB-FEA2-C439-43ECAE9187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12573C3E-6B95-3C54-2031-C3FEEDFC5CEF}"/>
              </a:ext>
            </a:extLst>
          </p:cNvPr>
          <p:cNvSpPr txBox="1"/>
          <p:nvPr/>
        </p:nvSpPr>
        <p:spPr>
          <a:xfrm>
            <a:off x="11048417" y="90137"/>
            <a:ext cx="11435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Buda Tech</a:t>
            </a:r>
          </a:p>
        </p:txBody>
      </p:sp>
      <p:pic>
        <p:nvPicPr>
          <p:cNvPr id="146" name="Picture 145">
            <a:extLst>
              <a:ext uri="{FF2B5EF4-FFF2-40B4-BE49-F238E27FC236}">
                <a16:creationId xmlns:a16="http://schemas.microsoft.com/office/drawing/2014/main" id="{D0B7ADF7-899D-85EC-E802-DF0748807F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13" b="99493" l="3468" r="97427">
                        <a14:foregroundMark x1="42058" y1="50507" x2="42058" y2="50507"/>
                        <a14:foregroundMark x1="26846" y1="57404" x2="22148" y2="51116"/>
                        <a14:foregroundMark x1="22148" y1="51116" x2="15996" y2="32353"/>
                        <a14:foregroundMark x1="64094" y1="51420" x2="55481" y2="48884"/>
                        <a14:foregroundMark x1="55481" y1="48884" x2="54027" y2="38844"/>
                        <a14:foregroundMark x1="54027" y1="38844" x2="50671" y2="39554"/>
                        <a14:foregroundMark x1="45190" y1="42901" x2="36577" y2="39757"/>
                        <a14:foregroundMark x1="36577" y1="39757" x2="33221" y2="32961"/>
                        <a14:foregroundMark x1="33221" y1="32961" x2="52908" y2="30629"/>
                        <a14:foregroundMark x1="52908" y1="30629" x2="59284" y2="36105"/>
                        <a14:foregroundMark x1="59284" y1="36105" x2="47875" y2="47363"/>
                        <a14:foregroundMark x1="47875" y1="47363" x2="54362" y2="30223"/>
                        <a14:foregroundMark x1="54362" y1="30223" x2="66443" y2="30426"/>
                        <a14:foregroundMark x1="66443" y1="30426" x2="66219" y2="39351"/>
                        <a14:foregroundMark x1="66219" y1="39351" x2="60291" y2="46045"/>
                        <a14:foregroundMark x1="60291" y1="46045" x2="51454" y2="48580"/>
                        <a14:foregroundMark x1="51454" y1="48580" x2="49441" y2="48580"/>
                        <a14:foregroundMark x1="45190" y1="51927" x2="31991" y2="40872"/>
                        <a14:foregroundMark x1="31991" y1="40872" x2="38367" y2="36410"/>
                        <a14:foregroundMark x1="38367" y1="36410" x2="57271" y2="39452"/>
                        <a14:foregroundMark x1="57271" y1="39452" x2="68568" y2="45436"/>
                        <a14:foregroundMark x1="68568" y1="45436" x2="58837" y2="55477"/>
                        <a14:foregroundMark x1="58837" y1="55477" x2="43065" y2="56694"/>
                        <a14:foregroundMark x1="90045" y1="51217" x2="74049" y2="19777"/>
                        <a14:foregroundMark x1="13199" y1="25456" x2="6823" y2="17140"/>
                        <a14:foregroundMark x1="6823" y1="17140" x2="2908" y2="6998"/>
                        <a14:foregroundMark x1="2908" y1="6998" x2="16667" y2="1217"/>
                        <a14:foregroundMark x1="16667" y1="1217" x2="36242" y2="1927"/>
                        <a14:foregroundMark x1="35235" y1="35497" x2="34676" y2="49696"/>
                        <a14:foregroundMark x1="34676" y1="49696" x2="38143" y2="56187"/>
                        <a14:foregroundMark x1="68568" y1="53347" x2="77181" y2="46247"/>
                        <a14:foregroundMark x1="77181" y1="46247" x2="74720" y2="38337"/>
                        <a14:foregroundMark x1="74720" y1="38337" x2="66555" y2="41075"/>
                        <a14:foregroundMark x1="66555" y1="41075" x2="68345" y2="51927"/>
                        <a14:foregroundMark x1="71700" y1="75761" x2="71700" y2="75761"/>
                        <a14:foregroundMark x1="72707" y1="74544" x2="77740" y2="85903"/>
                        <a14:foregroundMark x1="77740" y1="87830" x2="83110" y2="95335"/>
                        <a14:foregroundMark x1="83110" y1="95335" x2="83221" y2="95943"/>
                        <a14:foregroundMark x1="57830" y1="96653" x2="56711" y2="99493"/>
                        <a14:foregroundMark x1="80872" y1="65517" x2="85347" y2="64097"/>
                        <a14:foregroundMark x1="5817" y1="27181" x2="3691" y2="8114"/>
                        <a14:foregroundMark x1="77517" y1="17343" x2="68792" y2="4767"/>
                        <a14:foregroundMark x1="68568" y1="2130" x2="43065" y2="913"/>
                        <a14:foregroundMark x1="92170" y1="60041" x2="92506" y2="50406"/>
                        <a14:foregroundMark x1="92506" y1="50406" x2="86689" y2="39959"/>
                        <a14:foregroundMark x1="28076" y1="37120" x2="38814" y2="31237"/>
                        <a14:foregroundMark x1="38814" y1="31237" x2="51454" y2="30426"/>
                        <a14:foregroundMark x1="97427" y1="60446" x2="97427" y2="6044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7500" y="242146"/>
            <a:ext cx="4310743" cy="475435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F346F25-ABAE-2B3E-B52A-62F016A5A329}"/>
              </a:ext>
            </a:extLst>
          </p:cNvPr>
          <p:cNvSpPr/>
          <p:nvPr/>
        </p:nvSpPr>
        <p:spPr>
          <a:xfrm>
            <a:off x="3837214" y="4996501"/>
            <a:ext cx="2144485" cy="914400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12V </a:t>
            </a:r>
          </a:p>
          <a:p>
            <a:pPr algn="ctr"/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(9V -36V)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353E593-E175-2284-3996-8C6CE365FEAB}"/>
              </a:ext>
            </a:extLst>
          </p:cNvPr>
          <p:cNvSpPr/>
          <p:nvPr/>
        </p:nvSpPr>
        <p:spPr>
          <a:xfrm>
            <a:off x="6210303" y="4930726"/>
            <a:ext cx="2144485" cy="980175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12V 12A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86041B8-E413-70FD-185C-2CE816474812}"/>
              </a:ext>
            </a:extLst>
          </p:cNvPr>
          <p:cNvSpPr txBox="1"/>
          <p:nvPr/>
        </p:nvSpPr>
        <p:spPr>
          <a:xfrm>
            <a:off x="4651233" y="5910901"/>
            <a:ext cx="723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Input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23BD606-BCDE-846B-F31D-7B283DEAB77E}"/>
              </a:ext>
            </a:extLst>
          </p:cNvPr>
          <p:cNvSpPr txBox="1"/>
          <p:nvPr/>
        </p:nvSpPr>
        <p:spPr>
          <a:xfrm>
            <a:off x="6806605" y="5910901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10278906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2F8C3-7B87-AC02-B4C4-92D06C82C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 115">
            <a:extLst>
              <a:ext uri="{FF2B5EF4-FFF2-40B4-BE49-F238E27FC236}">
                <a16:creationId xmlns:a16="http://schemas.microsoft.com/office/drawing/2014/main" id="{7B7F14A2-D664-A8C0-64B8-6BDDB6B37833}"/>
              </a:ext>
            </a:extLst>
          </p:cNvPr>
          <p:cNvGrpSpPr/>
          <p:nvPr/>
        </p:nvGrpSpPr>
        <p:grpSpPr>
          <a:xfrm>
            <a:off x="3967997" y="371259"/>
            <a:ext cx="7717674" cy="4940969"/>
            <a:chOff x="1632316" y="719603"/>
            <a:chExt cx="9073346" cy="5416136"/>
          </a:xfrm>
        </p:grpSpPr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8243105E-371F-B3AB-B040-173663778343}"/>
                </a:ext>
              </a:extLst>
            </p:cNvPr>
            <p:cNvGrpSpPr/>
            <p:nvPr/>
          </p:nvGrpSpPr>
          <p:grpSpPr>
            <a:xfrm>
              <a:off x="7171771" y="1452443"/>
              <a:ext cx="319893" cy="3953113"/>
              <a:chOff x="6530086" y="249919"/>
              <a:chExt cx="474376" cy="5132986"/>
            </a:xfrm>
          </p:grpSpPr>
          <p:pic>
            <p:nvPicPr>
              <p:cNvPr id="5" name="Picture 4">
                <a:extLst>
                  <a:ext uri="{FF2B5EF4-FFF2-40B4-BE49-F238E27FC236}">
                    <a16:creationId xmlns:a16="http://schemas.microsoft.com/office/drawing/2014/main" id="{6830E6EA-6194-91AD-3EAF-B244F3E85F8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390" b="89437" l="714" r="98286">
                            <a14:foregroundMark x1="2571" y1="76056" x2="2571" y2="76056"/>
                            <a14:foregroundMark x1="857" y1="77934" x2="24571" y2="63380"/>
                            <a14:foregroundMark x1="24571" y1="63380" x2="24857" y2="61268"/>
                            <a14:foregroundMark x1="15143" y1="67606" x2="26143" y2="61737"/>
                            <a14:foregroundMark x1="72143" y1="29108" x2="98286" y2="12676"/>
                            <a14:foregroundMark x1="29571" y1="73474" x2="29571" y2="73474"/>
                            <a14:foregroundMark x1="27143" y1="67606" x2="27143" y2="67606"/>
                            <a14:foregroundMark x1="77000" y1="32864" x2="73571" y2="34977"/>
                            <a14:foregroundMark x1="83429" y1="29577" x2="78000" y2="31925"/>
                            <a14:foregroundMark x1="73714" y1="35211" x2="73571" y2="3591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748925">
                <a:off x="6379726" y="2525607"/>
                <a:ext cx="776759" cy="472713"/>
              </a:xfrm>
              <a:prstGeom prst="rect">
                <a:avLst/>
              </a:prstGeom>
            </p:spPr>
          </p:pic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889AD0E7-143D-95D8-77E7-9759931B42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390" b="89437" l="714" r="98286">
                            <a14:foregroundMark x1="2571" y1="76056" x2="2571" y2="76056"/>
                            <a14:foregroundMark x1="857" y1="77934" x2="24571" y2="63380"/>
                            <a14:foregroundMark x1="24571" y1="63380" x2="24857" y2="61268"/>
                            <a14:foregroundMark x1="15143" y1="67606" x2="26143" y2="61737"/>
                            <a14:foregroundMark x1="72143" y1="29108" x2="98286" y2="12676"/>
                            <a14:foregroundMark x1="29571" y1="73474" x2="29571" y2="73474"/>
                            <a14:foregroundMark x1="27143" y1="67606" x2="27143" y2="67606"/>
                            <a14:foregroundMark x1="77000" y1="32864" x2="73571" y2="34977"/>
                            <a14:foregroundMark x1="83429" y1="29577" x2="78000" y2="31925"/>
                            <a14:foregroundMark x1="73714" y1="35211" x2="73571" y2="3591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748925">
                <a:off x="6379726" y="3641888"/>
                <a:ext cx="776759" cy="472713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0128F627-A1D3-54DB-02A4-52E1D24E55C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390" b="89437" l="714" r="98286">
                            <a14:foregroundMark x1="2571" y1="76056" x2="2571" y2="76056"/>
                            <a14:foregroundMark x1="857" y1="77934" x2="24571" y2="63380"/>
                            <a14:foregroundMark x1="24571" y1="63380" x2="24857" y2="61268"/>
                            <a14:foregroundMark x1="15143" y1="67606" x2="26143" y2="61737"/>
                            <a14:foregroundMark x1="72143" y1="29108" x2="98286" y2="12676"/>
                            <a14:foregroundMark x1="29571" y1="73474" x2="29571" y2="73474"/>
                            <a14:foregroundMark x1="27143" y1="67606" x2="27143" y2="67606"/>
                            <a14:foregroundMark x1="77000" y1="32864" x2="73571" y2="34977"/>
                            <a14:foregroundMark x1="83429" y1="29577" x2="78000" y2="31925"/>
                            <a14:foregroundMark x1="73714" y1="35211" x2="73571" y2="3591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748925">
                <a:off x="6379726" y="4758169"/>
                <a:ext cx="776759" cy="472713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199FB6AD-044A-EC7D-409B-5EED1BA45DA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390" b="89437" l="714" r="98286">
                            <a14:foregroundMark x1="2571" y1="76056" x2="2571" y2="76056"/>
                            <a14:foregroundMark x1="857" y1="77934" x2="24571" y2="63380"/>
                            <a14:foregroundMark x1="24571" y1="63380" x2="24857" y2="61268"/>
                            <a14:foregroundMark x1="15143" y1="67606" x2="26143" y2="61737"/>
                            <a14:foregroundMark x1="72143" y1="29108" x2="98286" y2="12676"/>
                            <a14:foregroundMark x1="29571" y1="73474" x2="29571" y2="73474"/>
                            <a14:foregroundMark x1="27143" y1="67606" x2="27143" y2="67606"/>
                            <a14:foregroundMark x1="77000" y1="32864" x2="73571" y2="34977"/>
                            <a14:foregroundMark x1="83429" y1="29577" x2="78000" y2="31925"/>
                            <a14:foregroundMark x1="73714" y1="35211" x2="73571" y2="3591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748925">
                <a:off x="6378064" y="1409326"/>
                <a:ext cx="776759" cy="472713"/>
              </a:xfrm>
              <a:prstGeom prst="rect">
                <a:avLst/>
              </a:prstGeom>
            </p:spPr>
          </p:pic>
          <p:pic>
            <p:nvPicPr>
              <p:cNvPr id="9" name="Picture 8">
                <a:extLst>
                  <a:ext uri="{FF2B5EF4-FFF2-40B4-BE49-F238E27FC236}">
                    <a16:creationId xmlns:a16="http://schemas.microsoft.com/office/drawing/2014/main" id="{DBA05F92-6730-0625-1131-54241C6F11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backgroundRemoval t="9390" b="89437" l="714" r="98286">
                            <a14:foregroundMark x1="2571" y1="76056" x2="2571" y2="76056"/>
                            <a14:foregroundMark x1="857" y1="77934" x2="24571" y2="63380"/>
                            <a14:foregroundMark x1="24571" y1="63380" x2="24857" y2="61268"/>
                            <a14:foregroundMark x1="15143" y1="67606" x2="26143" y2="61737"/>
                            <a14:foregroundMark x1="72143" y1="29108" x2="98286" y2="12676"/>
                            <a14:foregroundMark x1="29571" y1="73474" x2="29571" y2="73474"/>
                            <a14:foregroundMark x1="27143" y1="67606" x2="27143" y2="67606"/>
                            <a14:foregroundMark x1="77000" y1="32864" x2="73571" y2="34977"/>
                            <a14:foregroundMark x1="83429" y1="29577" x2="78000" y2="31925"/>
                            <a14:foregroundMark x1="73714" y1="35211" x2="73571" y2="35915"/>
                          </a14:backgroundRemoval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 rot="6748925">
                <a:off x="6378063" y="401942"/>
                <a:ext cx="776759" cy="472713"/>
              </a:xfrm>
              <a:prstGeom prst="rect">
                <a:avLst/>
              </a:prstGeom>
            </p:spPr>
          </p:pic>
        </p:grp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4C1A6BC2-654B-7B51-0CFC-5DAF34DD19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5400000">
              <a:off x="1469034" y="2796570"/>
              <a:ext cx="1950794" cy="162422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C6693743-7FC7-D3A8-CBFD-18CDB9CB544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36811" b="36590"/>
            <a:stretch/>
          </p:blipFill>
          <p:spPr>
            <a:xfrm rot="10800000" flipV="1">
              <a:off x="4816574" y="1013654"/>
              <a:ext cx="1075964" cy="127689"/>
            </a:xfrm>
            <a:prstGeom prst="rect">
              <a:avLst/>
            </a:prstGeom>
          </p:spPr>
        </p:pic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36110B5-8B70-3876-9D90-A13A49BF0184}"/>
                </a:ext>
              </a:extLst>
            </p:cNvPr>
            <p:cNvCxnSpPr>
              <a:cxnSpLocks/>
              <a:endCxn id="12" idx="3"/>
            </p:cNvCxnSpPr>
            <p:nvPr/>
          </p:nvCxnSpPr>
          <p:spPr>
            <a:xfrm rot="5400000" flipH="1" flipV="1">
              <a:off x="2815152" y="1427579"/>
              <a:ext cx="2351501" cy="1651343"/>
            </a:xfrm>
            <a:prstGeom prst="bentConnector2">
              <a:avLst/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13">
              <a:extLst>
                <a:ext uri="{FF2B5EF4-FFF2-40B4-BE49-F238E27FC236}">
                  <a16:creationId xmlns:a16="http://schemas.microsoft.com/office/drawing/2014/main" id="{44ACE962-F120-3C9A-3565-45A8CFA47829}"/>
                </a:ext>
              </a:extLst>
            </p:cNvPr>
            <p:cNvCxnSpPr>
              <a:cxnSpLocks/>
              <a:endCxn id="12" idx="1"/>
            </p:cNvCxnSpPr>
            <p:nvPr/>
          </p:nvCxnSpPr>
          <p:spPr>
            <a:xfrm rot="10800000">
              <a:off x="5892539" y="1077500"/>
              <a:ext cx="1438619" cy="336727"/>
            </a:xfrm>
            <a:prstGeom prst="bentConnector3">
              <a:avLst>
                <a:gd name="adj1" fmla="val -2256"/>
              </a:avLst>
            </a:prstGeom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65E09222-2C25-E00C-A3B0-B14C334D3EED}"/>
                </a:ext>
              </a:extLst>
            </p:cNvPr>
            <p:cNvSpPr/>
            <p:nvPr/>
          </p:nvSpPr>
          <p:spPr>
            <a:xfrm>
              <a:off x="7318889" y="1396183"/>
              <a:ext cx="92467" cy="737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1C5202F1-B093-DE61-F88F-EBFA13F9E9C2}"/>
                </a:ext>
              </a:extLst>
            </p:cNvPr>
            <p:cNvSpPr/>
            <p:nvPr/>
          </p:nvSpPr>
          <p:spPr>
            <a:xfrm>
              <a:off x="3118997" y="3355289"/>
              <a:ext cx="92467" cy="7371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Connector 13">
              <a:extLst>
                <a:ext uri="{FF2B5EF4-FFF2-40B4-BE49-F238E27FC236}">
                  <a16:creationId xmlns:a16="http://schemas.microsoft.com/office/drawing/2014/main" id="{873DD69A-B339-0732-931D-BE8AEA5AD377}"/>
                </a:ext>
              </a:extLst>
            </p:cNvPr>
            <p:cNvCxnSpPr>
              <a:cxnSpLocks/>
            </p:cNvCxnSpPr>
            <p:nvPr/>
          </p:nvCxnSpPr>
          <p:spPr>
            <a:xfrm rot="10800000">
              <a:off x="3165237" y="3825575"/>
              <a:ext cx="3904271" cy="2310163"/>
            </a:xfrm>
            <a:prstGeom prst="bentConnector3">
              <a:avLst>
                <a:gd name="adj1" fmla="val 99533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B5E47719-6F85-C543-9047-476D3CDA1FD5}"/>
                </a:ext>
              </a:extLst>
            </p:cNvPr>
            <p:cNvSpPr/>
            <p:nvPr/>
          </p:nvSpPr>
          <p:spPr>
            <a:xfrm>
              <a:off x="3118997" y="3788716"/>
              <a:ext cx="92467" cy="7371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4" name="Straight Connector 13">
              <a:extLst>
                <a:ext uri="{FF2B5EF4-FFF2-40B4-BE49-F238E27FC236}">
                  <a16:creationId xmlns:a16="http://schemas.microsoft.com/office/drawing/2014/main" id="{0E947662-DD77-7CBB-82B3-1F7FCF941CD8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6854351" y="5658933"/>
              <a:ext cx="691964" cy="261648"/>
            </a:xfrm>
            <a:prstGeom prst="bentConnector3">
              <a:avLst>
                <a:gd name="adj1" fmla="val -124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110E1E59-7703-0F83-164C-6DEB11EE6CDD}"/>
                </a:ext>
              </a:extLst>
            </p:cNvPr>
            <p:cNvGrpSpPr/>
            <p:nvPr/>
          </p:nvGrpSpPr>
          <p:grpSpPr>
            <a:xfrm>
              <a:off x="7291274" y="2010086"/>
              <a:ext cx="92467" cy="276072"/>
              <a:chOff x="7885911" y="2052016"/>
              <a:chExt cx="92467" cy="276072"/>
            </a:xfrm>
          </p:grpSpPr>
          <p:cxnSp>
            <p:nvCxnSpPr>
              <p:cNvPr id="52" name="Straight Connector 13">
                <a:extLst>
                  <a:ext uri="{FF2B5EF4-FFF2-40B4-BE49-F238E27FC236}">
                    <a16:creationId xmlns:a16="http://schemas.microsoft.com/office/drawing/2014/main" id="{51B788AD-B3EC-71ED-C675-DC0D5BD8FF8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9877" y="2062168"/>
                <a:ext cx="12268" cy="25576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3" name="Oval 52">
                <a:extLst>
                  <a:ext uri="{FF2B5EF4-FFF2-40B4-BE49-F238E27FC236}">
                    <a16:creationId xmlns:a16="http://schemas.microsoft.com/office/drawing/2014/main" id="{98CE8DD4-C515-CD90-CCE5-BC29026EDBAF}"/>
                  </a:ext>
                </a:extLst>
              </p:cNvPr>
              <p:cNvSpPr/>
              <p:nvPr/>
            </p:nvSpPr>
            <p:spPr>
              <a:xfrm>
                <a:off x="7885911" y="2052016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" name="Oval 53">
                <a:extLst>
                  <a:ext uri="{FF2B5EF4-FFF2-40B4-BE49-F238E27FC236}">
                    <a16:creationId xmlns:a16="http://schemas.microsoft.com/office/drawing/2014/main" id="{4ACD3375-6D1E-18DF-75AC-05873EEFC940}"/>
                  </a:ext>
                </a:extLst>
              </p:cNvPr>
              <p:cNvSpPr/>
              <p:nvPr/>
            </p:nvSpPr>
            <p:spPr>
              <a:xfrm>
                <a:off x="7885911" y="2254377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4CFBDA50-7019-0347-359A-924E5B8D614B}"/>
                </a:ext>
              </a:extLst>
            </p:cNvPr>
            <p:cNvGrpSpPr/>
            <p:nvPr/>
          </p:nvGrpSpPr>
          <p:grpSpPr>
            <a:xfrm>
              <a:off x="7291274" y="2814960"/>
              <a:ext cx="92467" cy="276072"/>
              <a:chOff x="7885911" y="2052016"/>
              <a:chExt cx="92467" cy="276072"/>
            </a:xfrm>
          </p:grpSpPr>
          <p:cxnSp>
            <p:nvCxnSpPr>
              <p:cNvPr id="57" name="Straight Connector 13">
                <a:extLst>
                  <a:ext uri="{FF2B5EF4-FFF2-40B4-BE49-F238E27FC236}">
                    <a16:creationId xmlns:a16="http://schemas.microsoft.com/office/drawing/2014/main" id="{D3B38385-22D4-5458-117F-EE8E0C171633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9877" y="2062168"/>
                <a:ext cx="12268" cy="25576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8" name="Oval 57">
                <a:extLst>
                  <a:ext uri="{FF2B5EF4-FFF2-40B4-BE49-F238E27FC236}">
                    <a16:creationId xmlns:a16="http://schemas.microsoft.com/office/drawing/2014/main" id="{A39960A8-0527-F053-4868-7BF143334E6D}"/>
                  </a:ext>
                </a:extLst>
              </p:cNvPr>
              <p:cNvSpPr/>
              <p:nvPr/>
            </p:nvSpPr>
            <p:spPr>
              <a:xfrm>
                <a:off x="7885911" y="2052016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" name="Oval 58">
                <a:extLst>
                  <a:ext uri="{FF2B5EF4-FFF2-40B4-BE49-F238E27FC236}">
                    <a16:creationId xmlns:a16="http://schemas.microsoft.com/office/drawing/2014/main" id="{63623891-439B-0005-222C-FA8EE123956B}"/>
                  </a:ext>
                </a:extLst>
              </p:cNvPr>
              <p:cNvSpPr/>
              <p:nvPr/>
            </p:nvSpPr>
            <p:spPr>
              <a:xfrm>
                <a:off x="7885911" y="2254377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380A6460-F426-8FDD-2641-98AAA0ADF70D}"/>
                </a:ext>
              </a:extLst>
            </p:cNvPr>
            <p:cNvGrpSpPr/>
            <p:nvPr/>
          </p:nvGrpSpPr>
          <p:grpSpPr>
            <a:xfrm>
              <a:off x="7291274" y="3678876"/>
              <a:ext cx="92467" cy="276072"/>
              <a:chOff x="7885911" y="2052016"/>
              <a:chExt cx="92467" cy="276072"/>
            </a:xfrm>
          </p:grpSpPr>
          <p:cxnSp>
            <p:nvCxnSpPr>
              <p:cNvPr id="61" name="Straight Connector 13">
                <a:extLst>
                  <a:ext uri="{FF2B5EF4-FFF2-40B4-BE49-F238E27FC236}">
                    <a16:creationId xmlns:a16="http://schemas.microsoft.com/office/drawing/2014/main" id="{27F04692-BDC9-20B5-95B8-95A63F8C819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9877" y="2062168"/>
                <a:ext cx="12268" cy="25576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2" name="Oval 61">
                <a:extLst>
                  <a:ext uri="{FF2B5EF4-FFF2-40B4-BE49-F238E27FC236}">
                    <a16:creationId xmlns:a16="http://schemas.microsoft.com/office/drawing/2014/main" id="{58D69261-1023-1739-C6FE-34AFCB2D4944}"/>
                  </a:ext>
                </a:extLst>
              </p:cNvPr>
              <p:cNvSpPr/>
              <p:nvPr/>
            </p:nvSpPr>
            <p:spPr>
              <a:xfrm>
                <a:off x="7885911" y="2052016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" name="Oval 62">
                <a:extLst>
                  <a:ext uri="{FF2B5EF4-FFF2-40B4-BE49-F238E27FC236}">
                    <a16:creationId xmlns:a16="http://schemas.microsoft.com/office/drawing/2014/main" id="{06EF883F-DE26-F4F0-2BC4-B495E98191AC}"/>
                  </a:ext>
                </a:extLst>
              </p:cNvPr>
              <p:cNvSpPr/>
              <p:nvPr/>
            </p:nvSpPr>
            <p:spPr>
              <a:xfrm>
                <a:off x="7885911" y="2254377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C509252D-E5EA-AB63-E9A9-85D9E0B98EE4}"/>
                </a:ext>
              </a:extLst>
            </p:cNvPr>
            <p:cNvGrpSpPr/>
            <p:nvPr/>
          </p:nvGrpSpPr>
          <p:grpSpPr>
            <a:xfrm>
              <a:off x="7291274" y="4542792"/>
              <a:ext cx="92467" cy="276072"/>
              <a:chOff x="7885911" y="2052016"/>
              <a:chExt cx="92467" cy="276072"/>
            </a:xfrm>
          </p:grpSpPr>
          <p:cxnSp>
            <p:nvCxnSpPr>
              <p:cNvPr id="65" name="Straight Connector 13">
                <a:extLst>
                  <a:ext uri="{FF2B5EF4-FFF2-40B4-BE49-F238E27FC236}">
                    <a16:creationId xmlns:a16="http://schemas.microsoft.com/office/drawing/2014/main" id="{E6A0970D-7E40-044D-BE29-81824EEE52B9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9877" y="2062168"/>
                <a:ext cx="12268" cy="25576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E9977AE2-4555-6EE5-474C-411D046DA17B}"/>
                  </a:ext>
                </a:extLst>
              </p:cNvPr>
              <p:cNvSpPr/>
              <p:nvPr/>
            </p:nvSpPr>
            <p:spPr>
              <a:xfrm>
                <a:off x="7885911" y="2052016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7" name="Oval 66">
                <a:extLst>
                  <a:ext uri="{FF2B5EF4-FFF2-40B4-BE49-F238E27FC236}">
                    <a16:creationId xmlns:a16="http://schemas.microsoft.com/office/drawing/2014/main" id="{D8B7C72B-0E66-3F44-4051-E8D4F21B10BE}"/>
                  </a:ext>
                </a:extLst>
              </p:cNvPr>
              <p:cNvSpPr/>
              <p:nvPr/>
            </p:nvSpPr>
            <p:spPr>
              <a:xfrm>
                <a:off x="7885911" y="2254377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323588FC-36A9-2724-6AC4-077BC9F66759}"/>
                </a:ext>
              </a:extLst>
            </p:cNvPr>
            <p:cNvGrpSpPr/>
            <p:nvPr/>
          </p:nvGrpSpPr>
          <p:grpSpPr>
            <a:xfrm>
              <a:off x="7291274" y="5406708"/>
              <a:ext cx="92467" cy="276072"/>
              <a:chOff x="7885911" y="2052016"/>
              <a:chExt cx="92467" cy="276072"/>
            </a:xfrm>
          </p:grpSpPr>
          <p:cxnSp>
            <p:nvCxnSpPr>
              <p:cNvPr id="69" name="Straight Connector 13">
                <a:extLst>
                  <a:ext uri="{FF2B5EF4-FFF2-40B4-BE49-F238E27FC236}">
                    <a16:creationId xmlns:a16="http://schemas.microsoft.com/office/drawing/2014/main" id="{328F50BA-A5A0-C539-82C3-7472A07C4682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7919877" y="2062168"/>
                <a:ext cx="12268" cy="255768"/>
              </a:xfrm>
              <a:prstGeom prst="straightConnector1">
                <a:avLst/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0" name="Oval 69">
                <a:extLst>
                  <a:ext uri="{FF2B5EF4-FFF2-40B4-BE49-F238E27FC236}">
                    <a16:creationId xmlns:a16="http://schemas.microsoft.com/office/drawing/2014/main" id="{A22C8574-23D1-1D2A-3DF5-67A690192CF1}"/>
                  </a:ext>
                </a:extLst>
              </p:cNvPr>
              <p:cNvSpPr/>
              <p:nvPr/>
            </p:nvSpPr>
            <p:spPr>
              <a:xfrm>
                <a:off x="7885911" y="2052016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1" name="Oval 70">
                <a:extLst>
                  <a:ext uri="{FF2B5EF4-FFF2-40B4-BE49-F238E27FC236}">
                    <a16:creationId xmlns:a16="http://schemas.microsoft.com/office/drawing/2014/main" id="{67269056-C178-17E8-703F-9E90C2276C21}"/>
                  </a:ext>
                </a:extLst>
              </p:cNvPr>
              <p:cNvSpPr/>
              <p:nvPr/>
            </p:nvSpPr>
            <p:spPr>
              <a:xfrm>
                <a:off x="7885911" y="2254377"/>
                <a:ext cx="92467" cy="73711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73" name="Picture 72">
              <a:extLst>
                <a:ext uri="{FF2B5EF4-FFF2-40B4-BE49-F238E27FC236}">
                  <a16:creationId xmlns:a16="http://schemas.microsoft.com/office/drawing/2014/main" id="{35F81AFA-8C43-922B-0473-D1169C586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7517" t="10570" r="37380" b="9190"/>
            <a:stretch/>
          </p:blipFill>
          <p:spPr>
            <a:xfrm>
              <a:off x="8906053" y="719603"/>
              <a:ext cx="1799609" cy="3201548"/>
            </a:xfrm>
            <a:prstGeom prst="rect">
              <a:avLst/>
            </a:prstGeom>
          </p:spPr>
        </p:pic>
        <p:cxnSp>
          <p:nvCxnSpPr>
            <p:cNvPr id="75" name="Straight Connector 13">
              <a:extLst>
                <a:ext uri="{FF2B5EF4-FFF2-40B4-BE49-F238E27FC236}">
                  <a16:creationId xmlns:a16="http://schemas.microsoft.com/office/drawing/2014/main" id="{2C787550-F828-930F-139A-49F3EC13A9D1}"/>
                </a:ext>
              </a:extLst>
            </p:cNvPr>
            <p:cNvCxnSpPr>
              <a:cxnSpLocks/>
              <a:stCxn id="25" idx="6"/>
            </p:cNvCxnSpPr>
            <p:nvPr/>
          </p:nvCxnSpPr>
          <p:spPr>
            <a:xfrm>
              <a:off x="7411356" y="1433039"/>
              <a:ext cx="2815132" cy="2245837"/>
            </a:xfrm>
            <a:prstGeom prst="bentConnector3">
              <a:avLst>
                <a:gd name="adj1" fmla="val 50000"/>
              </a:avLst>
            </a:prstGeom>
            <a:ln w="38100">
              <a:solidFill>
                <a:srgbClr val="EB19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3">
              <a:extLst>
                <a:ext uri="{FF2B5EF4-FFF2-40B4-BE49-F238E27FC236}">
                  <a16:creationId xmlns:a16="http://schemas.microsoft.com/office/drawing/2014/main" id="{425C72E4-C8D3-810A-A2C2-E30D76501CF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296145" y="3724390"/>
              <a:ext cx="2509712" cy="1715507"/>
            </a:xfrm>
            <a:prstGeom prst="bentConnector3">
              <a:avLst>
                <a:gd name="adj1" fmla="val 100776"/>
              </a:avLst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111" name="Picture 110">
              <a:extLst>
                <a:ext uri="{FF2B5EF4-FFF2-40B4-BE49-F238E27FC236}">
                  <a16:creationId xmlns:a16="http://schemas.microsoft.com/office/drawing/2014/main" id="{8E259013-A607-5053-0EA5-8116C3CEADA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74" t="19193" r="5799" b="11395"/>
            <a:stretch/>
          </p:blipFill>
          <p:spPr>
            <a:xfrm rot="5400000">
              <a:off x="6650508" y="1657891"/>
              <a:ext cx="498213" cy="305820"/>
            </a:xfrm>
            <a:prstGeom prst="rect">
              <a:avLst/>
            </a:prstGeom>
          </p:spPr>
        </p:pic>
        <p:pic>
          <p:nvPicPr>
            <p:cNvPr id="112" name="Picture 111">
              <a:extLst>
                <a:ext uri="{FF2B5EF4-FFF2-40B4-BE49-F238E27FC236}">
                  <a16:creationId xmlns:a16="http://schemas.microsoft.com/office/drawing/2014/main" id="{4D1D51B0-6D02-FF83-DC29-260B505BFAB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74" t="19193" r="5799" b="11395"/>
            <a:stretch/>
          </p:blipFill>
          <p:spPr>
            <a:xfrm rot="5400000">
              <a:off x="6640995" y="2403047"/>
              <a:ext cx="498213" cy="305820"/>
            </a:xfrm>
            <a:prstGeom prst="rect">
              <a:avLst/>
            </a:prstGeom>
          </p:spPr>
        </p:pic>
        <p:pic>
          <p:nvPicPr>
            <p:cNvPr id="113" name="Picture 112">
              <a:extLst>
                <a:ext uri="{FF2B5EF4-FFF2-40B4-BE49-F238E27FC236}">
                  <a16:creationId xmlns:a16="http://schemas.microsoft.com/office/drawing/2014/main" id="{F541D5A5-3AD4-EBDF-B340-57D2EF338D4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74" t="19193" r="5799" b="11395"/>
            <a:stretch/>
          </p:blipFill>
          <p:spPr>
            <a:xfrm rot="5400000">
              <a:off x="6640996" y="3312635"/>
              <a:ext cx="498213" cy="305820"/>
            </a:xfrm>
            <a:prstGeom prst="rect">
              <a:avLst/>
            </a:prstGeom>
          </p:spPr>
        </p:pic>
        <p:pic>
          <p:nvPicPr>
            <p:cNvPr id="114" name="Picture 113">
              <a:extLst>
                <a:ext uri="{FF2B5EF4-FFF2-40B4-BE49-F238E27FC236}">
                  <a16:creationId xmlns:a16="http://schemas.microsoft.com/office/drawing/2014/main" id="{CC098D79-A7D8-2D6D-8FA4-6AD41A2F54F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74" t="19193" r="5799" b="11395"/>
            <a:stretch/>
          </p:blipFill>
          <p:spPr>
            <a:xfrm rot="5400000">
              <a:off x="6643475" y="4120842"/>
              <a:ext cx="498213" cy="305820"/>
            </a:xfrm>
            <a:prstGeom prst="rect">
              <a:avLst/>
            </a:prstGeom>
          </p:spPr>
        </p:pic>
        <p:pic>
          <p:nvPicPr>
            <p:cNvPr id="115" name="Picture 114">
              <a:extLst>
                <a:ext uri="{FF2B5EF4-FFF2-40B4-BE49-F238E27FC236}">
                  <a16:creationId xmlns:a16="http://schemas.microsoft.com/office/drawing/2014/main" id="{4D03D904-7132-869E-ED4E-752CC42E35E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9874" t="19193" r="5799" b="11395"/>
            <a:stretch/>
          </p:blipFill>
          <p:spPr>
            <a:xfrm rot="5400000">
              <a:off x="6655968" y="4952327"/>
              <a:ext cx="498213" cy="305820"/>
            </a:xfrm>
            <a:prstGeom prst="rect">
              <a:avLst/>
            </a:prstGeom>
          </p:spPr>
        </p:pic>
        <p:cxnSp>
          <p:nvCxnSpPr>
            <p:cNvPr id="120" name="Straight Connector 13">
              <a:extLst>
                <a:ext uri="{FF2B5EF4-FFF2-40B4-BE49-F238E27FC236}">
                  <a16:creationId xmlns:a16="http://schemas.microsoft.com/office/drawing/2014/main" id="{A4772A5A-26B3-4A00-602E-95525E6B9744}"/>
                </a:ext>
              </a:extLst>
            </p:cNvPr>
            <p:cNvCxnSpPr>
              <a:cxnSpLocks/>
              <a:endCxn id="119" idx="0"/>
            </p:cNvCxnSpPr>
            <p:nvPr/>
          </p:nvCxnSpPr>
          <p:spPr>
            <a:xfrm flipH="1">
              <a:off x="8193470" y="1429163"/>
              <a:ext cx="27729" cy="1280565"/>
            </a:xfrm>
            <a:prstGeom prst="straightConnector1">
              <a:avLst/>
            </a:prstGeom>
            <a:ln w="38100">
              <a:solidFill>
                <a:srgbClr val="EB192B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Connector 13">
              <a:extLst>
                <a:ext uri="{FF2B5EF4-FFF2-40B4-BE49-F238E27FC236}">
                  <a16:creationId xmlns:a16="http://schemas.microsoft.com/office/drawing/2014/main" id="{23FDF73F-A1E9-5381-071B-5DDF795E5030}"/>
                </a:ext>
              </a:extLst>
            </p:cNvPr>
            <p:cNvCxnSpPr>
              <a:cxnSpLocks/>
              <a:endCxn id="119" idx="2"/>
            </p:cNvCxnSpPr>
            <p:nvPr/>
          </p:nvCxnSpPr>
          <p:spPr>
            <a:xfrm flipV="1">
              <a:off x="8193470" y="3712065"/>
              <a:ext cx="0" cy="1727587"/>
            </a:xfrm>
            <a:prstGeom prst="straightConnector1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7" name="TextBox 116">
            <a:extLst>
              <a:ext uri="{FF2B5EF4-FFF2-40B4-BE49-F238E27FC236}">
                <a16:creationId xmlns:a16="http://schemas.microsoft.com/office/drawing/2014/main" id="{086F5A32-448F-4875-C8D2-A1DEDDDD4E89}"/>
              </a:ext>
            </a:extLst>
          </p:cNvPr>
          <p:cNvSpPr txBox="1"/>
          <p:nvPr/>
        </p:nvSpPr>
        <p:spPr>
          <a:xfrm>
            <a:off x="354970" y="738936"/>
            <a:ext cx="558999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solidFill>
                  <a:srgbClr val="FF0000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VOLTAGE </a:t>
            </a:r>
          </a:p>
          <a:p>
            <a:r>
              <a:rPr lang="en-US" sz="6000" dirty="0">
                <a:solidFill>
                  <a:srgbClr val="FF0000"/>
                </a:solidFill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STABILISER  </a:t>
            </a:r>
          </a:p>
        </p:txBody>
      </p:sp>
      <p:sp>
        <p:nvSpPr>
          <p:cNvPr id="118" name="TextBox 117">
            <a:extLst>
              <a:ext uri="{FF2B5EF4-FFF2-40B4-BE49-F238E27FC236}">
                <a16:creationId xmlns:a16="http://schemas.microsoft.com/office/drawing/2014/main" id="{36130F6A-0FCE-642D-3259-38C5B9702C07}"/>
              </a:ext>
            </a:extLst>
          </p:cNvPr>
          <p:cNvSpPr txBox="1"/>
          <p:nvPr/>
        </p:nvSpPr>
        <p:spPr>
          <a:xfrm>
            <a:off x="426583" y="5837608"/>
            <a:ext cx="829265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USING 1N4007 DIODE</a:t>
            </a:r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8BCC9925-65D6-A74A-988E-457911921BDC}"/>
              </a:ext>
            </a:extLst>
          </p:cNvPr>
          <p:cNvSpPr/>
          <p:nvPr/>
        </p:nvSpPr>
        <p:spPr>
          <a:xfrm>
            <a:off x="9091632" y="2186787"/>
            <a:ext cx="914400" cy="914400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LOAD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B8F60A63-86A2-4493-7082-3446630A8D72}"/>
              </a:ext>
            </a:extLst>
          </p:cNvPr>
          <p:cNvSpPr txBox="1"/>
          <p:nvPr/>
        </p:nvSpPr>
        <p:spPr>
          <a:xfrm>
            <a:off x="6907102" y="279184"/>
            <a:ext cx="4539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Cascadia Mono SemiBold" panose="020B0609020000020004" pitchFamily="49" charset="0"/>
                <a:cs typeface="Cascadia Mono SemiBold" panose="020B0609020000020004" pitchFamily="49" charset="0"/>
              </a:rPr>
              <a:t>R1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AE9E7476-3C04-CEB5-592D-BE52065381BF}"/>
                  </a:ext>
                </a:extLst>
              </p:cNvPr>
              <p:cNvSpPr txBox="1"/>
              <p:nvPr/>
            </p:nvSpPr>
            <p:spPr>
              <a:xfrm>
                <a:off x="-313028" y="3905976"/>
                <a:ext cx="6126480" cy="134883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400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4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4000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sz="4000" i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40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4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4000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in</m:t>
                              </m:r>
                            </m:sub>
                          </m:sSub>
                          <m:r>
                            <a:rPr lang="en-US" sz="4000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en-US" sz="4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4000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out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4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4000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load</m:t>
                              </m:r>
                            </m:sub>
                          </m:sSub>
                          <m:r>
                            <a:rPr lang="en-US" sz="4000" i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40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4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𝐼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sz="4000" b="0" i="0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dio</m:t>
                              </m:r>
                              <m:r>
                                <a:rPr lang="en-US" sz="40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</a:rPr>
                                <m:t>𝑑𝑒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40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34" name="TextBox 133">
                <a:extLst>
                  <a:ext uri="{FF2B5EF4-FFF2-40B4-BE49-F238E27FC236}">
                    <a16:creationId xmlns:a16="http://schemas.microsoft.com/office/drawing/2014/main" id="{AE9E7476-3C04-CEB5-592D-BE52065381B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13028" y="3905976"/>
                <a:ext cx="6126480" cy="134883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>
            <a:extLst>
              <a:ext uri="{FF2B5EF4-FFF2-40B4-BE49-F238E27FC236}">
                <a16:creationId xmlns:a16="http://schemas.microsoft.com/office/drawing/2014/main" id="{3ECDB119-EE76-3FC9-D6A7-8C6E316F1E55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792" t="20693" r="28034" b="28320"/>
          <a:stretch/>
        </p:blipFill>
        <p:spPr>
          <a:xfrm>
            <a:off x="6723469" y="5299273"/>
            <a:ext cx="417745" cy="413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94793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228</Words>
  <Application>Microsoft Office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Cambria Math</vt:lpstr>
      <vt:lpstr>Cascadia Mono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Malius M B</dc:creator>
  <cp:lastModifiedBy>Malius M B</cp:lastModifiedBy>
  <cp:revision>40</cp:revision>
  <dcterms:created xsi:type="dcterms:W3CDTF">2025-05-26T04:15:14Z</dcterms:created>
  <dcterms:modified xsi:type="dcterms:W3CDTF">2025-05-26T06:55:06Z</dcterms:modified>
</cp:coreProperties>
</file>