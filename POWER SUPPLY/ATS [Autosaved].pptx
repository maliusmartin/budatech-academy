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2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F488-4295-7D6A-FC36-0F4194A3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0DE48-CD6D-CF8A-06A4-2F9F8752B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07E2-ED66-DCD6-300E-31C198E9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DB1F-36A3-12E5-DD09-392404D0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564C7-066F-A24F-3F9F-B521D8CC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7A5A-BB66-8635-C66A-6C6F33B5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37E97-6E0F-BC06-32B2-4FBA2A64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A8BD8-E479-7FE5-6C4E-D1866497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EB3E7-4D9B-7E8D-1B2C-1E67E670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7C8C4-F395-F0A7-43CE-BE706C9B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FB85-965A-F538-0F09-B3B1E5E7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7615E-4FFE-09F1-0967-99B914E8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50439-4F84-CF0B-F6E4-5973F6B2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0F1A-BD27-FCC2-2F73-8EC7B1A5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ED86A-0F15-6B26-36B4-20A7FC28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D1D0-5131-D8E2-A2F1-53EDEDF9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B871D-5DC3-833F-7673-EBD47DBBD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0EA58-805A-561D-8D34-8D949F8B0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FE9C5-B625-9237-CBDB-A33F8EF7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C89BD-9C18-31C5-3B23-E5505D20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624EF-8FF8-1C03-C6BE-5AA69799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6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374F-FD88-61D4-4C3C-6AAE06D5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D3A0B-E97E-8F3F-8608-6EE09B203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D71B4-BCF3-5310-C945-C3D9096EA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93739-4A9C-AF6E-DE46-EE30EC6B7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32D58-15D5-41AE-4EDA-C145C4C45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DECB9-692D-EF5B-ED5F-8F8958A1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9CA61-B8BF-545B-1B67-7FBBEC82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D6FB5-6124-52C5-768D-1345260A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C193-A6D3-FE8B-F916-4C07ACE9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08C5C-D7DE-CB5D-A320-6F66F5B9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4D626-E160-16AD-06D6-22FAE5EF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A7420-534D-070A-D1C1-B9ADB81C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5CAC3-DD84-8A15-41A0-CAA119FF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0B418-81AE-FAFD-9CA5-A65FB1E1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AB92-2DD7-CCA7-03D9-382DFDCC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4BDA-D4EE-01BF-BAD8-0FDE0235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D9338-99F1-39D8-CF0E-FAEC44A7F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776C2-8D77-B834-ED40-DE7299B50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EE590-464A-EC6C-ECD1-24729E68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8EE15-F890-B7BA-2A17-5238EBE8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8C3A8-7D7C-891C-85A4-2600203C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4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3B9-004D-DA37-873A-907A10CAD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A3672-4870-4BF5-F342-9B2AA1722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A53C4-B2F3-A3FD-788A-6B556D009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C1EB7-B7D1-7078-9B32-DFB059EE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4DF61-2E0F-2E9D-2C45-57B99A85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96115-94C9-E609-F0DF-347E7B24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5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96C8-7E3F-8C0E-C582-19BD8322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F1A94-A792-D060-4403-E70EFA071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AD8E2-878A-BAAC-2DA7-84BCBBB1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87E1-FB36-434D-ED0A-DDB82140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A558-12AF-470A-2BC8-7B9F5CBE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5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AEC8F-23CD-63EF-81D8-5A79914B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60360-01DC-571C-B469-7E3464DE9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16A3-8E4A-09F5-5B2C-49704110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A35E-3C76-614E-0468-49B7D290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AA35F-F99C-98B2-D055-32C52D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6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3AB1C-6314-1226-5C73-025EB24D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FAF43-E709-2742-5AF8-8CDE9879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5CF1-A4D3-F94B-8C05-401886401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5C217-4FE3-41C6-981D-171D0CED686C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4BC69-3293-62B0-91FB-4164D5502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F9D0D-ACEC-C9CC-E002-A318E5DE5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D6883-C30F-4F3B-913C-681B1454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9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12" Type="http://schemas.microsoft.com/office/2007/relationships/hdphoto" Target="../media/hdphoto4.wdp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237BFA-C1F7-BFE0-4FE1-45E18D14C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9500" y1="20000" x2="79500" y2="20000"/>
                        <a14:foregroundMark x1="80875" y1="18375" x2="80875" y2="18375"/>
                        <a14:foregroundMark x1="83250" y1="18000" x2="83250" y2="18000"/>
                        <a14:foregroundMark x1="16375" y1="18125" x2="16375" y2="18125"/>
                        <a14:foregroundMark x1="15875" y1="17125" x2="15875" y2="17125"/>
                        <a14:foregroundMark x1="15875" y1="17125" x2="15875" y2="17125"/>
                        <a14:foregroundMark x1="83125" y1="74500" x2="83125" y2="74500"/>
                        <a14:foregroundMark x1="82875" y1="77750" x2="82875" y2="77750"/>
                        <a14:foregroundMark x1="18250" y1="78875" x2="18250" y2="78875"/>
                        <a14:foregroundMark x1="54625" y1="81750" x2="54625" y2="81750"/>
                        <a14:foregroundMark x1="43375" y1="81125" x2="43375" y2="81125"/>
                        <a14:foregroundMark x1="61750" y1="81750" x2="61750" y2="81750"/>
                        <a14:foregroundMark x1="66750" y1="81500" x2="66750" y2="81500"/>
                        <a14:foregroundMark x1="64125" y1="81750" x2="64125" y2="81750"/>
                        <a14:foregroundMark x1="66375" y1="82250" x2="66375" y2="82250"/>
                        <a14:foregroundMark x1="67875" y1="81875" x2="67875" y2="81875"/>
                        <a14:foregroundMark x1="67000" y1="81875" x2="67000" y2="81875"/>
                        <a14:foregroundMark x1="80875" y1="79625" x2="80875" y2="79625"/>
                        <a14:foregroundMark x1="12750" y1="62250" x2="12750" y2="62250"/>
                        <a14:backgroundMark x1="68625" y1="81250" x2="68625" y2="81250"/>
                        <a14:backgroundMark x1="69000" y1="81500" x2="69000" y2="81500"/>
                        <a14:backgroundMark x1="67750" y1="81125" x2="67750" y2="81125"/>
                        <a14:backgroundMark x1="67625" y1="82000" x2="67625" y2="82000"/>
                        <a14:backgroundMark x1="67875" y1="82125" x2="67875" y2="8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12" y="1637532"/>
            <a:ext cx="4267775" cy="37464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159674-BB9A-0D03-53C7-39EA08C3B201}"/>
              </a:ext>
            </a:extLst>
          </p:cNvPr>
          <p:cNvCxnSpPr>
            <a:cxnSpLocks/>
          </p:cNvCxnSpPr>
          <p:nvPr/>
        </p:nvCxnSpPr>
        <p:spPr>
          <a:xfrm>
            <a:off x="4876512" y="250865"/>
            <a:ext cx="0" cy="24154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103431-1A63-4C0E-4229-CD9669D8DA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706" y="764780"/>
            <a:ext cx="2369778" cy="1901561"/>
          </a:xfrm>
          <a:prstGeom prst="bentConnector3">
            <a:avLst>
              <a:gd name="adj1" fmla="val 99271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87D4CC-83B2-387A-29EE-2C8B54D793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68244" y="886265"/>
            <a:ext cx="2035716" cy="1796972"/>
          </a:xfrm>
          <a:prstGeom prst="bentConnector3">
            <a:avLst>
              <a:gd name="adj1" fmla="val 100446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06E2E6-BE75-33BB-6998-B8EA29B9965D}"/>
              </a:ext>
            </a:extLst>
          </p:cNvPr>
          <p:cNvCxnSpPr>
            <a:cxnSpLocks/>
          </p:cNvCxnSpPr>
          <p:nvPr/>
        </p:nvCxnSpPr>
        <p:spPr>
          <a:xfrm>
            <a:off x="5168822" y="250864"/>
            <a:ext cx="0" cy="24154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669DBE8-0FBA-4964-9DFA-4DEEA96DE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48" b="97876" l="1429" r="96714">
                        <a14:foregroundMark x1="6286" y1="31504" x2="6286" y2="31504"/>
                        <a14:foregroundMark x1="1571" y1="33982" x2="1571" y2="33982"/>
                        <a14:foregroundMark x1="2143" y1="66018" x2="2143" y2="66018"/>
                        <a14:foregroundMark x1="67286" y1="92566" x2="67286" y2="92566"/>
                        <a14:foregroundMark x1="55571" y1="93982" x2="55571" y2="93982"/>
                        <a14:foregroundMark x1="6571" y1="7965" x2="6571" y2="7965"/>
                        <a14:foregroundMark x1="19857" y1="4248" x2="19857" y2="4248"/>
                        <a14:foregroundMark x1="91429" y1="11504" x2="91429" y2="11504"/>
                        <a14:foregroundMark x1="96857" y1="25487" x2="96857" y2="25487"/>
                        <a14:foregroundMark x1="37286" y1="90265" x2="37286" y2="90265"/>
                        <a14:foregroundMark x1="36286" y1="23540" x2="36286" y2="23540"/>
                        <a14:foregroundMark x1="32571" y1="22478" x2="32571" y2="22478"/>
                        <a14:foregroundMark x1="60714" y1="97876" x2="60714" y2="97876"/>
                        <a14:foregroundMark x1="54714" y1="79115" x2="54714" y2="79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27" y="133451"/>
            <a:ext cx="2259714" cy="18239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89E738-30DA-FB09-5481-80FDFB7A4455}"/>
              </a:ext>
            </a:extLst>
          </p:cNvPr>
          <p:cNvCxnSpPr>
            <a:cxnSpLocks/>
          </p:cNvCxnSpPr>
          <p:nvPr/>
        </p:nvCxnSpPr>
        <p:spPr>
          <a:xfrm flipV="1">
            <a:off x="1597806" y="4333319"/>
            <a:ext cx="5770438" cy="1198189"/>
          </a:xfrm>
          <a:prstGeom prst="bentConnector3">
            <a:avLst>
              <a:gd name="adj1" fmla="val 99718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EFE80F6-BA9F-0E7B-0533-0DADF47DCB22}"/>
              </a:ext>
            </a:extLst>
          </p:cNvPr>
          <p:cNvCxnSpPr>
            <a:cxnSpLocks/>
          </p:cNvCxnSpPr>
          <p:nvPr/>
        </p:nvCxnSpPr>
        <p:spPr>
          <a:xfrm flipV="1">
            <a:off x="1612886" y="4323422"/>
            <a:ext cx="5428820" cy="1065775"/>
          </a:xfrm>
          <a:prstGeom prst="bentConnector3">
            <a:avLst>
              <a:gd name="adj1" fmla="val 99899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6F1A56-8715-E58C-820C-C909F3716BD9}"/>
              </a:ext>
            </a:extLst>
          </p:cNvPr>
          <p:cNvCxnSpPr>
            <a:cxnSpLocks/>
          </p:cNvCxnSpPr>
          <p:nvPr/>
        </p:nvCxnSpPr>
        <p:spPr>
          <a:xfrm>
            <a:off x="5217004" y="4318193"/>
            <a:ext cx="0" cy="119818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5F5D17-CA2F-6549-1F47-294F1B4D75B9}"/>
              </a:ext>
            </a:extLst>
          </p:cNvPr>
          <p:cNvCxnSpPr>
            <a:cxnSpLocks/>
          </p:cNvCxnSpPr>
          <p:nvPr/>
        </p:nvCxnSpPr>
        <p:spPr>
          <a:xfrm>
            <a:off x="4816589" y="4318193"/>
            <a:ext cx="0" cy="1065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BCFE94-B3AA-A667-7C45-1EEC2C74C3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67" b="96222" l="3267" r="99467">
                        <a14:foregroundMark x1="59133" y1="9185" x2="59133" y2="9185"/>
                        <a14:foregroundMark x1="74867" y1="12222" x2="74867" y2="12222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80000" y1="42815" x2="80000" y2="42815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90800" y1="49407" x2="90800" y2="49407"/>
                        <a14:foregroundMark x1="89000" y1="43926" x2="89000" y2="43926"/>
                        <a14:foregroundMark x1="8733" y1="33852" x2="8733" y2="33852"/>
                        <a14:foregroundMark x1="8733" y1="33852" x2="8733" y2="33852"/>
                        <a14:foregroundMark x1="12267" y1="32593" x2="12267" y2="32593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9200" y1="25111" x2="11133" y2="37407"/>
                        <a14:foregroundMark x1="6200" y1="40889" x2="6867" y2="52519"/>
                        <a14:foregroundMark x1="6867" y1="52519" x2="11133" y2="55926"/>
                        <a14:foregroundMark x1="69533" y1="6148" x2="62067" y2="5926"/>
                        <a14:foregroundMark x1="62067" y1="5926" x2="62067" y2="5926"/>
                        <a14:foregroundMark x1="79200" y1="5704" x2="70267" y2="4667"/>
                        <a14:foregroundMark x1="70267" y1="4667" x2="69844" y2="1499"/>
                        <a14:foregroundMark x1="83333" y1="60074" x2="95733" y2="65704"/>
                        <a14:foregroundMark x1="95733" y1="65704" x2="94733" y2="65333"/>
                        <a14:foregroundMark x1="83533" y1="55333" x2="80467" y2="63926"/>
                        <a14:foregroundMark x1="80467" y1="63926" x2="81333" y2="64889"/>
                        <a14:foregroundMark x1="48067" y1="92000" x2="45533" y2="91778"/>
                        <a14:foregroundMark x1="50867" y1="96370" x2="55200" y2="95111"/>
                        <a14:foregroundMark x1="3467" y1="54222" x2="3267" y2="46148"/>
                        <a14:foregroundMark x1="99467" y1="54222" x2="99467" y2="54222"/>
                        <a14:backgroundMark x1="68933" y1="444" x2="68933" y2="444"/>
                        <a14:backgroundMark x1="69533" y1="444" x2="628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7" y="5252444"/>
            <a:ext cx="1750725" cy="157565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6B26823-2BE4-3E90-6380-B41139039A8D}"/>
              </a:ext>
            </a:extLst>
          </p:cNvPr>
          <p:cNvSpPr txBox="1"/>
          <p:nvPr/>
        </p:nvSpPr>
        <p:spPr>
          <a:xfrm>
            <a:off x="2622334" y="118449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 power supply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63C402-ABB2-5616-4B09-4E2ED98F265E}"/>
              </a:ext>
            </a:extLst>
          </p:cNvPr>
          <p:cNvSpPr txBox="1"/>
          <p:nvPr/>
        </p:nvSpPr>
        <p:spPr>
          <a:xfrm>
            <a:off x="10021271" y="19573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Household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72D9BB-9C29-79A7-B527-DDAD9D1D7AAC}"/>
              </a:ext>
            </a:extLst>
          </p:cNvPr>
          <p:cNvSpPr txBox="1"/>
          <p:nvPr/>
        </p:nvSpPr>
        <p:spPr>
          <a:xfrm>
            <a:off x="736161" y="4766082"/>
            <a:ext cx="70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8D8BEB-86BA-610B-8501-586C2D45B9A1}"/>
              </a:ext>
            </a:extLst>
          </p:cNvPr>
          <p:cNvSpPr txBox="1"/>
          <p:nvPr/>
        </p:nvSpPr>
        <p:spPr>
          <a:xfrm>
            <a:off x="7703827" y="3300259"/>
            <a:ext cx="282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Transmission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9E3B2D4-516F-ED00-0C82-3B536F14A5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4487596" y="1005756"/>
            <a:ext cx="844060" cy="104636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0A2CFF3-6080-BE47-367D-CBBD135CCF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6687017" y="1169090"/>
            <a:ext cx="844060" cy="10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4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3A330-B538-BA00-98D1-B4855A29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A899B5-2480-C290-291D-7C5A1085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79500" y1="20000" x2="79500" y2="20000"/>
                        <a14:foregroundMark x1="80875" y1="18375" x2="80875" y2="18375"/>
                        <a14:foregroundMark x1="83250" y1="18000" x2="83250" y2="18000"/>
                        <a14:foregroundMark x1="16375" y1="18125" x2="16375" y2="18125"/>
                        <a14:foregroundMark x1="15875" y1="17125" x2="15875" y2="17125"/>
                        <a14:foregroundMark x1="15875" y1="17125" x2="15875" y2="17125"/>
                        <a14:foregroundMark x1="83125" y1="74500" x2="83125" y2="74500"/>
                        <a14:foregroundMark x1="82875" y1="77750" x2="82875" y2="77750"/>
                        <a14:foregroundMark x1="18250" y1="78875" x2="18250" y2="78875"/>
                        <a14:foregroundMark x1="54625" y1="81750" x2="54625" y2="81750"/>
                        <a14:foregroundMark x1="43375" y1="81125" x2="43375" y2="81125"/>
                        <a14:foregroundMark x1="61750" y1="81750" x2="61750" y2="81750"/>
                        <a14:foregroundMark x1="66750" y1="81500" x2="66750" y2="81500"/>
                        <a14:foregroundMark x1="64125" y1="81750" x2="64125" y2="81750"/>
                        <a14:foregroundMark x1="66375" y1="82250" x2="66375" y2="82250"/>
                        <a14:foregroundMark x1="67875" y1="81875" x2="67875" y2="81875"/>
                        <a14:foregroundMark x1="67000" y1="81875" x2="67000" y2="81875"/>
                        <a14:foregroundMark x1="80875" y1="79625" x2="80875" y2="79625"/>
                        <a14:foregroundMark x1="12750" y1="62250" x2="12750" y2="62250"/>
                        <a14:backgroundMark x1="68625" y1="81250" x2="68625" y2="81250"/>
                        <a14:backgroundMark x1="69000" y1="81500" x2="69000" y2="81500"/>
                        <a14:backgroundMark x1="67750" y1="81125" x2="67750" y2="81125"/>
                        <a14:backgroundMark x1="67625" y1="82000" x2="67625" y2="82000"/>
                        <a14:backgroundMark x1="67875" y1="82125" x2="67875" y2="8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12" y="1637532"/>
            <a:ext cx="4267775" cy="37464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31982-DB7E-9BCA-B120-9D24EE0DFCCE}"/>
              </a:ext>
            </a:extLst>
          </p:cNvPr>
          <p:cNvCxnSpPr>
            <a:cxnSpLocks/>
          </p:cNvCxnSpPr>
          <p:nvPr/>
        </p:nvCxnSpPr>
        <p:spPr>
          <a:xfrm>
            <a:off x="4876512" y="250865"/>
            <a:ext cx="0" cy="24154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9D9AA9-E94A-3233-9CD9-2AFBD14845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706" y="764780"/>
            <a:ext cx="2369778" cy="1901561"/>
          </a:xfrm>
          <a:prstGeom prst="bentConnector3">
            <a:avLst>
              <a:gd name="adj1" fmla="val 99271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B24889-842E-C919-D821-57D4CB1E3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68244" y="886265"/>
            <a:ext cx="2035716" cy="1796972"/>
          </a:xfrm>
          <a:prstGeom prst="bentConnector3">
            <a:avLst>
              <a:gd name="adj1" fmla="val 100446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9BF234-F6C1-B8F9-E2BA-048D49D4F929}"/>
              </a:ext>
            </a:extLst>
          </p:cNvPr>
          <p:cNvCxnSpPr>
            <a:cxnSpLocks/>
          </p:cNvCxnSpPr>
          <p:nvPr/>
        </p:nvCxnSpPr>
        <p:spPr>
          <a:xfrm>
            <a:off x="5168822" y="250864"/>
            <a:ext cx="0" cy="24154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17CB809-FB80-B9CB-4A2E-9F3B68B936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248" b="97876" l="1429" r="96714">
                        <a14:foregroundMark x1="6286" y1="31504" x2="6286" y2="31504"/>
                        <a14:foregroundMark x1="1571" y1="33982" x2="1571" y2="33982"/>
                        <a14:foregroundMark x1="2143" y1="66018" x2="2143" y2="66018"/>
                        <a14:foregroundMark x1="67286" y1="92566" x2="67286" y2="92566"/>
                        <a14:foregroundMark x1="55571" y1="93982" x2="55571" y2="93982"/>
                        <a14:foregroundMark x1="6571" y1="7965" x2="6571" y2="7965"/>
                        <a14:foregroundMark x1="19857" y1="4248" x2="19857" y2="4248"/>
                        <a14:foregroundMark x1="91429" y1="11504" x2="91429" y2="11504"/>
                        <a14:foregroundMark x1="96857" y1="25487" x2="96857" y2="25487"/>
                        <a14:foregroundMark x1="37286" y1="90265" x2="37286" y2="90265"/>
                        <a14:foregroundMark x1="36286" y1="23540" x2="36286" y2="23540"/>
                        <a14:foregroundMark x1="32571" y1="22478" x2="32571" y2="22478"/>
                        <a14:foregroundMark x1="60714" y1="97876" x2="60714" y2="97876"/>
                        <a14:foregroundMark x1="54714" y1="79115" x2="54714" y2="79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27" y="133451"/>
            <a:ext cx="2259714" cy="18239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63432C-CDF7-4485-33B4-E4388356945B}"/>
              </a:ext>
            </a:extLst>
          </p:cNvPr>
          <p:cNvCxnSpPr>
            <a:cxnSpLocks/>
          </p:cNvCxnSpPr>
          <p:nvPr/>
        </p:nvCxnSpPr>
        <p:spPr>
          <a:xfrm flipV="1">
            <a:off x="1597806" y="4333319"/>
            <a:ext cx="5770438" cy="1198189"/>
          </a:xfrm>
          <a:prstGeom prst="bentConnector3">
            <a:avLst>
              <a:gd name="adj1" fmla="val 99718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A31887-6B77-A225-FCC7-99A46367F13C}"/>
              </a:ext>
            </a:extLst>
          </p:cNvPr>
          <p:cNvCxnSpPr>
            <a:cxnSpLocks/>
          </p:cNvCxnSpPr>
          <p:nvPr/>
        </p:nvCxnSpPr>
        <p:spPr>
          <a:xfrm flipV="1">
            <a:off x="1612886" y="4323422"/>
            <a:ext cx="5428820" cy="1065775"/>
          </a:xfrm>
          <a:prstGeom prst="bentConnector3">
            <a:avLst>
              <a:gd name="adj1" fmla="val 99899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25D2935-5490-3DF7-99B7-185F6C8DA635}"/>
              </a:ext>
            </a:extLst>
          </p:cNvPr>
          <p:cNvCxnSpPr>
            <a:cxnSpLocks/>
          </p:cNvCxnSpPr>
          <p:nvPr/>
        </p:nvCxnSpPr>
        <p:spPr>
          <a:xfrm>
            <a:off x="5217004" y="4318193"/>
            <a:ext cx="0" cy="119818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A1521EF-3B0F-5FA7-F634-CDA62F1F1FC3}"/>
              </a:ext>
            </a:extLst>
          </p:cNvPr>
          <p:cNvCxnSpPr>
            <a:cxnSpLocks/>
          </p:cNvCxnSpPr>
          <p:nvPr/>
        </p:nvCxnSpPr>
        <p:spPr>
          <a:xfrm>
            <a:off x="4816589" y="4318193"/>
            <a:ext cx="0" cy="1065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77006B7-F362-CC14-B38F-4827A229D0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67" b="96222" l="3267" r="99467">
                        <a14:foregroundMark x1="59133" y1="9185" x2="59133" y2="9185"/>
                        <a14:foregroundMark x1="74867" y1="12222" x2="74867" y2="12222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80000" y1="42815" x2="80000" y2="42815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90800" y1="49407" x2="90800" y2="49407"/>
                        <a14:foregroundMark x1="89000" y1="43926" x2="89000" y2="43926"/>
                        <a14:foregroundMark x1="8733" y1="33852" x2="8733" y2="33852"/>
                        <a14:foregroundMark x1="8733" y1="33852" x2="8733" y2="33852"/>
                        <a14:foregroundMark x1="12267" y1="32593" x2="12267" y2="32593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9200" y1="25111" x2="11133" y2="37407"/>
                        <a14:foregroundMark x1="6200" y1="40889" x2="6867" y2="52519"/>
                        <a14:foregroundMark x1="6867" y1="52519" x2="11133" y2="55926"/>
                        <a14:foregroundMark x1="69533" y1="6148" x2="62067" y2="5926"/>
                        <a14:foregroundMark x1="62067" y1="5926" x2="62067" y2="5926"/>
                        <a14:foregroundMark x1="79200" y1="5704" x2="70267" y2="4667"/>
                        <a14:foregroundMark x1="70267" y1="4667" x2="69844" y2="1499"/>
                        <a14:foregroundMark x1="83333" y1="60074" x2="95733" y2="65704"/>
                        <a14:foregroundMark x1="95733" y1="65704" x2="94733" y2="65333"/>
                        <a14:foregroundMark x1="83533" y1="55333" x2="80467" y2="63926"/>
                        <a14:foregroundMark x1="80467" y1="63926" x2="81333" y2="64889"/>
                        <a14:foregroundMark x1="48067" y1="92000" x2="45533" y2="91778"/>
                        <a14:foregroundMark x1="50867" y1="96370" x2="55200" y2="95111"/>
                        <a14:foregroundMark x1="3467" y1="54222" x2="3267" y2="46148"/>
                        <a14:foregroundMark x1="99467" y1="54222" x2="99467" y2="54222"/>
                        <a14:backgroundMark x1="68933" y1="444" x2="68933" y2="444"/>
                        <a14:backgroundMark x1="69533" y1="444" x2="628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7" y="5252444"/>
            <a:ext cx="1750725" cy="157565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BCA207E-AD13-8379-9A7B-A2BA4AF9CE72}"/>
              </a:ext>
            </a:extLst>
          </p:cNvPr>
          <p:cNvSpPr txBox="1"/>
          <p:nvPr/>
        </p:nvSpPr>
        <p:spPr>
          <a:xfrm>
            <a:off x="2622334" y="118449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 power supply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AE6A6D-BBE8-EE5B-792F-5EBED792462A}"/>
              </a:ext>
            </a:extLst>
          </p:cNvPr>
          <p:cNvSpPr txBox="1"/>
          <p:nvPr/>
        </p:nvSpPr>
        <p:spPr>
          <a:xfrm>
            <a:off x="10021271" y="19573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Household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988A6D-E79A-7F00-7D64-4653B2D19EFE}"/>
              </a:ext>
            </a:extLst>
          </p:cNvPr>
          <p:cNvSpPr txBox="1"/>
          <p:nvPr/>
        </p:nvSpPr>
        <p:spPr>
          <a:xfrm>
            <a:off x="736161" y="4766082"/>
            <a:ext cx="70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24A662-EE94-08D6-1BDC-194AFCAF6DC4}"/>
              </a:ext>
            </a:extLst>
          </p:cNvPr>
          <p:cNvSpPr txBox="1"/>
          <p:nvPr/>
        </p:nvSpPr>
        <p:spPr>
          <a:xfrm>
            <a:off x="7703827" y="3300259"/>
            <a:ext cx="282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Transmission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4E995B7-17B5-1A8E-969C-DD52D06BAB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4487596" y="1005756"/>
            <a:ext cx="844060" cy="104636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FBF427C-CBA9-DA16-B234-ED15833DED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6687017" y="1169090"/>
            <a:ext cx="844060" cy="1046364"/>
          </a:xfrm>
          <a:prstGeom prst="rect">
            <a:avLst/>
          </a:prstGeom>
        </p:spPr>
      </p:pic>
      <p:pic>
        <p:nvPicPr>
          <p:cNvPr id="2" name="YCQ1B Dual Power Automatic Transfer Switch1080p">
            <a:hlinkClick r:id="" action="ppaction://media"/>
            <a:extLst>
              <a:ext uri="{FF2B5EF4-FFF2-40B4-BE49-F238E27FC236}">
                <a16:creationId xmlns:a16="http://schemas.microsoft.com/office/drawing/2014/main" id="{EBCEE53D-A244-8A14-D25A-471E8815C3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137636" y="-29903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9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5DE56-F7AE-8DA2-0799-D813A409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1E236-A29C-F9CD-2F85-F2E6BD12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9500" y1="20000" x2="79500" y2="20000"/>
                        <a14:foregroundMark x1="80875" y1="18375" x2="80875" y2="18375"/>
                        <a14:foregroundMark x1="83250" y1="18000" x2="83250" y2="18000"/>
                        <a14:foregroundMark x1="16375" y1="18125" x2="16375" y2="18125"/>
                        <a14:foregroundMark x1="15875" y1="17125" x2="15875" y2="17125"/>
                        <a14:foregroundMark x1="15875" y1="17125" x2="15875" y2="17125"/>
                        <a14:foregroundMark x1="83125" y1="74500" x2="83125" y2="74500"/>
                        <a14:foregroundMark x1="82875" y1="77750" x2="82875" y2="77750"/>
                        <a14:foregroundMark x1="18250" y1="78875" x2="18250" y2="78875"/>
                        <a14:foregroundMark x1="54625" y1="81750" x2="54625" y2="81750"/>
                        <a14:foregroundMark x1="43375" y1="81125" x2="43375" y2="81125"/>
                        <a14:foregroundMark x1="61750" y1="81750" x2="61750" y2="81750"/>
                        <a14:foregroundMark x1="66750" y1="81500" x2="66750" y2="81500"/>
                        <a14:foregroundMark x1="64125" y1="81750" x2="64125" y2="81750"/>
                        <a14:foregroundMark x1="66375" y1="82250" x2="66375" y2="82250"/>
                        <a14:foregroundMark x1="67875" y1="81875" x2="67875" y2="81875"/>
                        <a14:foregroundMark x1="67000" y1="81875" x2="67000" y2="81875"/>
                        <a14:foregroundMark x1="80875" y1="79625" x2="80875" y2="79625"/>
                        <a14:foregroundMark x1="12750" y1="62250" x2="12750" y2="62250"/>
                        <a14:backgroundMark x1="68625" y1="81250" x2="68625" y2="81250"/>
                        <a14:backgroundMark x1="69000" y1="81500" x2="69000" y2="81500"/>
                        <a14:backgroundMark x1="67750" y1="81125" x2="67750" y2="81125"/>
                        <a14:backgroundMark x1="67625" y1="82000" x2="67625" y2="82000"/>
                        <a14:backgroundMark x1="67875" y1="82125" x2="67875" y2="8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12" y="1637532"/>
            <a:ext cx="4267775" cy="37464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F597B6-83C6-E1D6-E9C2-4A6A862F0893}"/>
              </a:ext>
            </a:extLst>
          </p:cNvPr>
          <p:cNvCxnSpPr>
            <a:cxnSpLocks/>
          </p:cNvCxnSpPr>
          <p:nvPr/>
        </p:nvCxnSpPr>
        <p:spPr>
          <a:xfrm>
            <a:off x="4876512" y="250865"/>
            <a:ext cx="0" cy="24154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A8E306-BB3C-0F81-BB8C-A88B70F04F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706" y="764780"/>
            <a:ext cx="2369778" cy="1901561"/>
          </a:xfrm>
          <a:prstGeom prst="bentConnector3">
            <a:avLst>
              <a:gd name="adj1" fmla="val 99271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9C91E0-7665-B5B1-7744-BF2CD9ECE5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68244" y="886265"/>
            <a:ext cx="2035716" cy="1796972"/>
          </a:xfrm>
          <a:prstGeom prst="bentConnector3">
            <a:avLst>
              <a:gd name="adj1" fmla="val 100446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A76F00-42FC-EDEF-9081-CCB668B22B90}"/>
              </a:ext>
            </a:extLst>
          </p:cNvPr>
          <p:cNvCxnSpPr>
            <a:cxnSpLocks/>
          </p:cNvCxnSpPr>
          <p:nvPr/>
        </p:nvCxnSpPr>
        <p:spPr>
          <a:xfrm>
            <a:off x="5168822" y="250864"/>
            <a:ext cx="0" cy="24154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73EB33-B666-C61E-D416-2BA63F1517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48" b="97876" l="1429" r="96714">
                        <a14:foregroundMark x1="6286" y1="31504" x2="6286" y2="31504"/>
                        <a14:foregroundMark x1="1571" y1="33982" x2="1571" y2="33982"/>
                        <a14:foregroundMark x1="2143" y1="66018" x2="2143" y2="66018"/>
                        <a14:foregroundMark x1="67286" y1="92566" x2="67286" y2="92566"/>
                        <a14:foregroundMark x1="55571" y1="93982" x2="55571" y2="93982"/>
                        <a14:foregroundMark x1="6571" y1="7965" x2="6571" y2="7965"/>
                        <a14:foregroundMark x1="19857" y1="4248" x2="19857" y2="4248"/>
                        <a14:foregroundMark x1="91429" y1="11504" x2="91429" y2="11504"/>
                        <a14:foregroundMark x1="96857" y1="25487" x2="96857" y2="25487"/>
                        <a14:foregroundMark x1="37286" y1="90265" x2="37286" y2="90265"/>
                        <a14:foregroundMark x1="36286" y1="23540" x2="36286" y2="23540"/>
                        <a14:foregroundMark x1="32571" y1="22478" x2="32571" y2="22478"/>
                        <a14:foregroundMark x1="60714" y1="97876" x2="60714" y2="97876"/>
                        <a14:foregroundMark x1="54714" y1="79115" x2="54714" y2="79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27" y="133451"/>
            <a:ext cx="2259714" cy="18239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BD91C5-0240-42A2-BD6C-31D2C92008A3}"/>
              </a:ext>
            </a:extLst>
          </p:cNvPr>
          <p:cNvCxnSpPr>
            <a:cxnSpLocks/>
          </p:cNvCxnSpPr>
          <p:nvPr/>
        </p:nvCxnSpPr>
        <p:spPr>
          <a:xfrm flipV="1">
            <a:off x="1597806" y="4333319"/>
            <a:ext cx="5770438" cy="1198189"/>
          </a:xfrm>
          <a:prstGeom prst="bentConnector3">
            <a:avLst>
              <a:gd name="adj1" fmla="val 99718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0F291E-E5E4-4618-D1CA-EE7305639742}"/>
              </a:ext>
            </a:extLst>
          </p:cNvPr>
          <p:cNvCxnSpPr>
            <a:cxnSpLocks/>
          </p:cNvCxnSpPr>
          <p:nvPr/>
        </p:nvCxnSpPr>
        <p:spPr>
          <a:xfrm flipV="1">
            <a:off x="1612886" y="4323422"/>
            <a:ext cx="5428820" cy="1065775"/>
          </a:xfrm>
          <a:prstGeom prst="bentConnector3">
            <a:avLst>
              <a:gd name="adj1" fmla="val 99899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701D0FE-D188-A85F-FE37-C77D83564616}"/>
              </a:ext>
            </a:extLst>
          </p:cNvPr>
          <p:cNvCxnSpPr>
            <a:cxnSpLocks/>
          </p:cNvCxnSpPr>
          <p:nvPr/>
        </p:nvCxnSpPr>
        <p:spPr>
          <a:xfrm>
            <a:off x="5217004" y="4318193"/>
            <a:ext cx="0" cy="119818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2B5D816-8D1F-F036-68FC-2AEB58460F84}"/>
              </a:ext>
            </a:extLst>
          </p:cNvPr>
          <p:cNvCxnSpPr>
            <a:cxnSpLocks/>
          </p:cNvCxnSpPr>
          <p:nvPr/>
        </p:nvCxnSpPr>
        <p:spPr>
          <a:xfrm>
            <a:off x="4816589" y="4318193"/>
            <a:ext cx="0" cy="1065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19C35CB-64C7-8731-F200-114A0DF9EF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67" b="96222" l="3267" r="99467">
                        <a14:foregroundMark x1="59133" y1="9185" x2="59133" y2="9185"/>
                        <a14:foregroundMark x1="74867" y1="12222" x2="74867" y2="12222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80000" y1="42815" x2="80000" y2="42815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90800" y1="49407" x2="90800" y2="49407"/>
                        <a14:foregroundMark x1="89000" y1="43926" x2="89000" y2="43926"/>
                        <a14:foregroundMark x1="8733" y1="33852" x2="8733" y2="33852"/>
                        <a14:foregroundMark x1="8733" y1="33852" x2="8733" y2="33852"/>
                        <a14:foregroundMark x1="12267" y1="32593" x2="12267" y2="32593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9200" y1="25111" x2="11133" y2="37407"/>
                        <a14:foregroundMark x1="6200" y1="40889" x2="6867" y2="52519"/>
                        <a14:foregroundMark x1="6867" y1="52519" x2="11133" y2="55926"/>
                        <a14:foregroundMark x1="69533" y1="6148" x2="62067" y2="5926"/>
                        <a14:foregroundMark x1="62067" y1="5926" x2="62067" y2="5926"/>
                        <a14:foregroundMark x1="79200" y1="5704" x2="70267" y2="4667"/>
                        <a14:foregroundMark x1="70267" y1="4667" x2="69844" y2="1499"/>
                        <a14:foregroundMark x1="83333" y1="60074" x2="95733" y2="65704"/>
                        <a14:foregroundMark x1="95733" y1="65704" x2="94733" y2="65333"/>
                        <a14:foregroundMark x1="83533" y1="55333" x2="80467" y2="63926"/>
                        <a14:foregroundMark x1="80467" y1="63926" x2="81333" y2="64889"/>
                        <a14:foregroundMark x1="48067" y1="92000" x2="45533" y2="91778"/>
                        <a14:foregroundMark x1="50867" y1="96370" x2="55200" y2="95111"/>
                        <a14:foregroundMark x1="3467" y1="54222" x2="3267" y2="46148"/>
                        <a14:foregroundMark x1="99467" y1="54222" x2="99467" y2="54222"/>
                        <a14:backgroundMark x1="68933" y1="444" x2="68933" y2="444"/>
                        <a14:backgroundMark x1="69533" y1="444" x2="628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7" y="5252444"/>
            <a:ext cx="1750725" cy="157565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B482A73-AEB7-575B-4D68-89BE4EA80376}"/>
              </a:ext>
            </a:extLst>
          </p:cNvPr>
          <p:cNvSpPr txBox="1"/>
          <p:nvPr/>
        </p:nvSpPr>
        <p:spPr>
          <a:xfrm>
            <a:off x="2622334" y="118449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 power supply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2FE119-F62E-7EDB-9771-83367E2063A0}"/>
              </a:ext>
            </a:extLst>
          </p:cNvPr>
          <p:cNvSpPr txBox="1"/>
          <p:nvPr/>
        </p:nvSpPr>
        <p:spPr>
          <a:xfrm>
            <a:off x="10021271" y="19573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Household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4F58E1-54EA-D632-E460-203DED1FB0A5}"/>
              </a:ext>
            </a:extLst>
          </p:cNvPr>
          <p:cNvSpPr txBox="1"/>
          <p:nvPr/>
        </p:nvSpPr>
        <p:spPr>
          <a:xfrm>
            <a:off x="736161" y="4766082"/>
            <a:ext cx="70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66BDBA-7DB7-01C3-225F-5D29D1C5D592}"/>
              </a:ext>
            </a:extLst>
          </p:cNvPr>
          <p:cNvSpPr txBox="1"/>
          <p:nvPr/>
        </p:nvSpPr>
        <p:spPr>
          <a:xfrm>
            <a:off x="7703827" y="3300259"/>
            <a:ext cx="282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Transmission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46A9556-90B2-BE98-6846-52EFD702CC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4487596" y="1005756"/>
            <a:ext cx="844060" cy="104636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63F1F67-8752-1752-3BDA-0FD683BF57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6687017" y="1169090"/>
            <a:ext cx="844060" cy="10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0FD74-6425-F9B5-6125-70744706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4B6FE6-CFD2-FD47-1143-BF86BB534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9500" y1="20000" x2="79500" y2="20000"/>
                        <a14:foregroundMark x1="80875" y1="18375" x2="80875" y2="18375"/>
                        <a14:foregroundMark x1="83250" y1="18000" x2="83250" y2="18000"/>
                        <a14:foregroundMark x1="16375" y1="18125" x2="16375" y2="18125"/>
                        <a14:foregroundMark x1="15875" y1="17125" x2="15875" y2="17125"/>
                        <a14:foregroundMark x1="15875" y1="17125" x2="15875" y2="17125"/>
                        <a14:foregroundMark x1="83125" y1="74500" x2="83125" y2="74500"/>
                        <a14:foregroundMark x1="82875" y1="77750" x2="82875" y2="77750"/>
                        <a14:foregroundMark x1="18250" y1="78875" x2="18250" y2="78875"/>
                        <a14:foregroundMark x1="54625" y1="81750" x2="54625" y2="81750"/>
                        <a14:foregroundMark x1="43375" y1="81125" x2="43375" y2="81125"/>
                        <a14:foregroundMark x1="61750" y1="81750" x2="61750" y2="81750"/>
                        <a14:foregroundMark x1="66750" y1="81500" x2="66750" y2="81500"/>
                        <a14:foregroundMark x1="64125" y1="81750" x2="64125" y2="81750"/>
                        <a14:foregroundMark x1="66375" y1="82250" x2="66375" y2="82250"/>
                        <a14:foregroundMark x1="67875" y1="81875" x2="67875" y2="81875"/>
                        <a14:foregroundMark x1="67000" y1="81875" x2="67000" y2="81875"/>
                        <a14:foregroundMark x1="80875" y1="79625" x2="80875" y2="79625"/>
                        <a14:foregroundMark x1="12750" y1="62250" x2="12750" y2="62250"/>
                        <a14:backgroundMark x1="68625" y1="81250" x2="68625" y2="81250"/>
                        <a14:backgroundMark x1="69000" y1="81500" x2="69000" y2="81500"/>
                        <a14:backgroundMark x1="67750" y1="81125" x2="67750" y2="81125"/>
                        <a14:backgroundMark x1="67625" y1="82000" x2="67625" y2="82000"/>
                        <a14:backgroundMark x1="67875" y1="82125" x2="67875" y2="8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12" y="1637532"/>
            <a:ext cx="4267775" cy="37464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E8EC7C-E53A-071F-3D0F-98569EF7B0BF}"/>
              </a:ext>
            </a:extLst>
          </p:cNvPr>
          <p:cNvCxnSpPr>
            <a:cxnSpLocks/>
          </p:cNvCxnSpPr>
          <p:nvPr/>
        </p:nvCxnSpPr>
        <p:spPr>
          <a:xfrm>
            <a:off x="4876512" y="250865"/>
            <a:ext cx="0" cy="24154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416605-0541-B5EB-D1E2-6289A147B7C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1706" y="764780"/>
            <a:ext cx="2369778" cy="1901561"/>
          </a:xfrm>
          <a:prstGeom prst="bentConnector3">
            <a:avLst>
              <a:gd name="adj1" fmla="val 99271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A28D58-CF66-F6FF-81E0-EC9766BAAD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68244" y="886265"/>
            <a:ext cx="2035716" cy="1796972"/>
          </a:xfrm>
          <a:prstGeom prst="bentConnector3">
            <a:avLst>
              <a:gd name="adj1" fmla="val 100446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B76DDF-18D5-EDB9-A361-D58FB9C747B7}"/>
              </a:ext>
            </a:extLst>
          </p:cNvPr>
          <p:cNvCxnSpPr>
            <a:cxnSpLocks/>
          </p:cNvCxnSpPr>
          <p:nvPr/>
        </p:nvCxnSpPr>
        <p:spPr>
          <a:xfrm>
            <a:off x="5168822" y="250864"/>
            <a:ext cx="0" cy="24154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1BB0E88-7C55-8683-9206-EAFAD1ED35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48" b="97876" l="1429" r="96714">
                        <a14:foregroundMark x1="6286" y1="31504" x2="6286" y2="31504"/>
                        <a14:foregroundMark x1="1571" y1="33982" x2="1571" y2="33982"/>
                        <a14:foregroundMark x1="2143" y1="66018" x2="2143" y2="66018"/>
                        <a14:foregroundMark x1="67286" y1="92566" x2="67286" y2="92566"/>
                        <a14:foregroundMark x1="55571" y1="93982" x2="55571" y2="93982"/>
                        <a14:foregroundMark x1="6571" y1="7965" x2="6571" y2="7965"/>
                        <a14:foregroundMark x1="19857" y1="4248" x2="19857" y2="4248"/>
                        <a14:foregroundMark x1="91429" y1="11504" x2="91429" y2="11504"/>
                        <a14:foregroundMark x1="96857" y1="25487" x2="96857" y2="25487"/>
                        <a14:foregroundMark x1="37286" y1="90265" x2="37286" y2="90265"/>
                        <a14:foregroundMark x1="36286" y1="23540" x2="36286" y2="23540"/>
                        <a14:foregroundMark x1="32571" y1="22478" x2="32571" y2="22478"/>
                        <a14:foregroundMark x1="60714" y1="97876" x2="60714" y2="97876"/>
                        <a14:foregroundMark x1="54714" y1="79115" x2="54714" y2="79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27" y="133451"/>
            <a:ext cx="2259714" cy="18239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97CFB3-2694-F7B0-B5F3-57BA2A836DE7}"/>
              </a:ext>
            </a:extLst>
          </p:cNvPr>
          <p:cNvCxnSpPr>
            <a:cxnSpLocks/>
          </p:cNvCxnSpPr>
          <p:nvPr/>
        </p:nvCxnSpPr>
        <p:spPr>
          <a:xfrm flipV="1">
            <a:off x="1597806" y="4333319"/>
            <a:ext cx="5770438" cy="1198189"/>
          </a:xfrm>
          <a:prstGeom prst="bentConnector3">
            <a:avLst>
              <a:gd name="adj1" fmla="val 99718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FAF7AE0-82C7-B313-A662-222917D3C0D3}"/>
              </a:ext>
            </a:extLst>
          </p:cNvPr>
          <p:cNvCxnSpPr>
            <a:cxnSpLocks/>
          </p:cNvCxnSpPr>
          <p:nvPr/>
        </p:nvCxnSpPr>
        <p:spPr>
          <a:xfrm flipV="1">
            <a:off x="1612886" y="4323422"/>
            <a:ext cx="5428820" cy="1065775"/>
          </a:xfrm>
          <a:prstGeom prst="bentConnector3">
            <a:avLst>
              <a:gd name="adj1" fmla="val 99899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644B78-27F3-43A3-F72A-C8AB8CC409AC}"/>
              </a:ext>
            </a:extLst>
          </p:cNvPr>
          <p:cNvCxnSpPr>
            <a:cxnSpLocks/>
          </p:cNvCxnSpPr>
          <p:nvPr/>
        </p:nvCxnSpPr>
        <p:spPr>
          <a:xfrm>
            <a:off x="5217004" y="4318193"/>
            <a:ext cx="0" cy="119818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947377B-2B50-E968-5259-C709ADB4D2DF}"/>
              </a:ext>
            </a:extLst>
          </p:cNvPr>
          <p:cNvCxnSpPr>
            <a:cxnSpLocks/>
          </p:cNvCxnSpPr>
          <p:nvPr/>
        </p:nvCxnSpPr>
        <p:spPr>
          <a:xfrm>
            <a:off x="4816589" y="4318193"/>
            <a:ext cx="0" cy="1065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F49D6FD-E90A-1813-BB16-A7B8EA19B2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67" b="96222" l="3267" r="99467">
                        <a14:foregroundMark x1="59133" y1="9185" x2="59133" y2="9185"/>
                        <a14:foregroundMark x1="74867" y1="12222" x2="74867" y2="12222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70133" y1="12889" x2="70133" y2="12889"/>
                        <a14:foregroundMark x1="80000" y1="42815" x2="80000" y2="42815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82733" y1="42000" x2="82733" y2="42000"/>
                        <a14:foregroundMark x1="90800" y1="49407" x2="90800" y2="49407"/>
                        <a14:foregroundMark x1="89000" y1="43926" x2="89000" y2="43926"/>
                        <a14:foregroundMark x1="8733" y1="33852" x2="8733" y2="33852"/>
                        <a14:foregroundMark x1="8733" y1="33852" x2="8733" y2="33852"/>
                        <a14:foregroundMark x1="12267" y1="32593" x2="12267" y2="32593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2267" y1="32148" x2="12267" y2="32148"/>
                        <a14:foregroundMark x1="19200" y1="25111" x2="11133" y2="37407"/>
                        <a14:foregroundMark x1="6200" y1="40889" x2="6867" y2="52519"/>
                        <a14:foregroundMark x1="6867" y1="52519" x2="11133" y2="55926"/>
                        <a14:foregroundMark x1="69533" y1="6148" x2="62067" y2="5926"/>
                        <a14:foregroundMark x1="62067" y1="5926" x2="62067" y2="5926"/>
                        <a14:foregroundMark x1="79200" y1="5704" x2="70267" y2="4667"/>
                        <a14:foregroundMark x1="70267" y1="4667" x2="69844" y2="1499"/>
                        <a14:foregroundMark x1="83333" y1="60074" x2="95733" y2="65704"/>
                        <a14:foregroundMark x1="95733" y1="65704" x2="94733" y2="65333"/>
                        <a14:foregroundMark x1="83533" y1="55333" x2="80467" y2="63926"/>
                        <a14:foregroundMark x1="80467" y1="63926" x2="81333" y2="64889"/>
                        <a14:foregroundMark x1="48067" y1="92000" x2="45533" y2="91778"/>
                        <a14:foregroundMark x1="50867" y1="96370" x2="55200" y2="95111"/>
                        <a14:foregroundMark x1="3467" y1="54222" x2="3267" y2="46148"/>
                        <a14:foregroundMark x1="99467" y1="54222" x2="99467" y2="54222"/>
                        <a14:backgroundMark x1="68933" y1="444" x2="68933" y2="444"/>
                        <a14:backgroundMark x1="69533" y1="444" x2="628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7" y="5252444"/>
            <a:ext cx="1750725" cy="157565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786F2F7-6B40-AD6C-FFE3-E73BE175619E}"/>
              </a:ext>
            </a:extLst>
          </p:cNvPr>
          <p:cNvSpPr txBox="1"/>
          <p:nvPr/>
        </p:nvSpPr>
        <p:spPr>
          <a:xfrm>
            <a:off x="2622334" y="118449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City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Main power supply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C85EBD-1B95-FCC8-5D37-6621CF843AC6}"/>
              </a:ext>
            </a:extLst>
          </p:cNvPr>
          <p:cNvSpPr txBox="1"/>
          <p:nvPr/>
        </p:nvSpPr>
        <p:spPr>
          <a:xfrm>
            <a:off x="10021271" y="1957365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Household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9617E3-17A9-750F-7571-EBD8AA932A19}"/>
              </a:ext>
            </a:extLst>
          </p:cNvPr>
          <p:cNvSpPr txBox="1"/>
          <p:nvPr/>
        </p:nvSpPr>
        <p:spPr>
          <a:xfrm>
            <a:off x="736161" y="4766082"/>
            <a:ext cx="704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C05C90-49C7-6C25-CD0F-B8CF293C1A6C}"/>
              </a:ext>
            </a:extLst>
          </p:cNvPr>
          <p:cNvSpPr txBox="1"/>
          <p:nvPr/>
        </p:nvSpPr>
        <p:spPr>
          <a:xfrm>
            <a:off x="7703827" y="3300259"/>
            <a:ext cx="282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Transmission 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Switch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BE4E098-3704-793C-BBD5-C5C50197F9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4487596" y="1005756"/>
            <a:ext cx="844060" cy="104636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9E14BC0-39F0-2252-E25A-B630ABBB22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11696" r="23356" b="6425"/>
          <a:stretch/>
        </p:blipFill>
        <p:spPr>
          <a:xfrm>
            <a:off x="6687017" y="1169090"/>
            <a:ext cx="844060" cy="10463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C75733-9FBB-8DB3-447C-2B279C1C25B6}"/>
              </a:ext>
            </a:extLst>
          </p:cNvPr>
          <p:cNvSpPr txBox="1"/>
          <p:nvPr/>
        </p:nvSpPr>
        <p:spPr>
          <a:xfrm>
            <a:off x="1890612" y="5750998"/>
            <a:ext cx="10323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Cascadia Mono SemiBold" panose="020B0609020000020004" pitchFamily="49" charset="0"/>
                <a:ea typeface="Cambria" panose="02040503050406030204" pitchFamily="18" charset="0"/>
                <a:cs typeface="Cascadia Mono SemiBold" panose="020B0609020000020004" pitchFamily="49" charset="0"/>
              </a:rPr>
              <a:t>Automatic Transfer Switch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22677-9058-5AC0-8E67-3E2862FC7DC7}"/>
              </a:ext>
            </a:extLst>
          </p:cNvPr>
          <p:cNvSpPr txBox="1"/>
          <p:nvPr/>
        </p:nvSpPr>
        <p:spPr>
          <a:xfrm>
            <a:off x="596286" y="1332973"/>
            <a:ext cx="415209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latin typeface="Cascadia Mono SemiBold" panose="020B0609020000020004" pitchFamily="49" charset="0"/>
                <a:ea typeface="Cambria" panose="02040503050406030204" pitchFamily="18" charset="0"/>
                <a:cs typeface="Cascadia Mono SemiBold" panose="020B0609020000020004" pitchFamily="49" charset="0"/>
              </a:rPr>
              <a:t>DUAL </a:t>
            </a:r>
          </a:p>
          <a:p>
            <a:r>
              <a:rPr lang="en-US" sz="8800" dirty="0">
                <a:latin typeface="Cascadia Mono SemiBold" panose="020B0609020000020004" pitchFamily="49" charset="0"/>
                <a:ea typeface="Cambria" panose="02040503050406030204" pitchFamily="18" charset="0"/>
                <a:cs typeface="Cascadia Mono SemiBold" panose="020B0609020000020004" pitchFamily="49" charset="0"/>
              </a:rPr>
              <a:t>POWER </a:t>
            </a:r>
          </a:p>
        </p:txBody>
      </p:sp>
    </p:spTree>
    <p:extLst>
      <p:ext uri="{BB962C8B-B14F-4D97-AF65-F5344CB8AC3E}">
        <p14:creationId xmlns:p14="http://schemas.microsoft.com/office/powerpoint/2010/main" val="322120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45</Words>
  <Application>Microsoft Office PowerPoint</Application>
  <PresentationFormat>Widescreen</PresentationFormat>
  <Paragraphs>31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Cascadia Mono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4</cp:revision>
  <dcterms:created xsi:type="dcterms:W3CDTF">2025-05-20T11:09:53Z</dcterms:created>
  <dcterms:modified xsi:type="dcterms:W3CDTF">2025-05-21T12:43:15Z</dcterms:modified>
</cp:coreProperties>
</file>