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6" r:id="rId3"/>
    <p:sldId id="267"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3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184F3-F08D-C52F-2996-00A99079A0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A3DE57B-D58F-1642-09A0-D1B128DF22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87138C-0282-50BE-E2CA-A0A711BD6B67}"/>
              </a:ext>
            </a:extLst>
          </p:cNvPr>
          <p:cNvSpPr>
            <a:spLocks noGrp="1"/>
          </p:cNvSpPr>
          <p:nvPr>
            <p:ph type="dt" sz="half" idx="10"/>
          </p:nvPr>
        </p:nvSpPr>
        <p:spPr/>
        <p:txBody>
          <a:bodyPr/>
          <a:lstStyle/>
          <a:p>
            <a:fld id="{B71315C3-7527-4016-BC03-5123FA24A51C}" type="datetimeFigureOut">
              <a:rPr lang="en-US" smtClean="0"/>
              <a:t>7/29/2025</a:t>
            </a:fld>
            <a:endParaRPr lang="en-US"/>
          </a:p>
        </p:txBody>
      </p:sp>
      <p:sp>
        <p:nvSpPr>
          <p:cNvPr id="5" name="Footer Placeholder 4">
            <a:extLst>
              <a:ext uri="{FF2B5EF4-FFF2-40B4-BE49-F238E27FC236}">
                <a16:creationId xmlns:a16="http://schemas.microsoft.com/office/drawing/2014/main" id="{003E0FC3-B856-7B92-4A45-F33459C736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20FAA4-3B78-B389-6456-4A51064ED881}"/>
              </a:ext>
            </a:extLst>
          </p:cNvPr>
          <p:cNvSpPr>
            <a:spLocks noGrp="1"/>
          </p:cNvSpPr>
          <p:nvPr>
            <p:ph type="sldNum" sz="quarter" idx="12"/>
          </p:nvPr>
        </p:nvSpPr>
        <p:spPr/>
        <p:txBody>
          <a:bodyPr/>
          <a:lstStyle/>
          <a:p>
            <a:fld id="{2A9290AE-D1A5-4E4C-89B9-54E47BA78BBD}" type="slidenum">
              <a:rPr lang="en-US" smtClean="0"/>
              <a:t>‹#›</a:t>
            </a:fld>
            <a:endParaRPr lang="en-US"/>
          </a:p>
        </p:txBody>
      </p:sp>
    </p:spTree>
    <p:extLst>
      <p:ext uri="{BB962C8B-B14F-4D97-AF65-F5344CB8AC3E}">
        <p14:creationId xmlns:p14="http://schemas.microsoft.com/office/powerpoint/2010/main" val="472501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1F851-ED1D-AE86-84EC-CF4FD8B666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01C6A-92FF-0F73-322E-0F97409858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93D3FD-D79C-3ED7-2397-0FE440454276}"/>
              </a:ext>
            </a:extLst>
          </p:cNvPr>
          <p:cNvSpPr>
            <a:spLocks noGrp="1"/>
          </p:cNvSpPr>
          <p:nvPr>
            <p:ph type="dt" sz="half" idx="10"/>
          </p:nvPr>
        </p:nvSpPr>
        <p:spPr/>
        <p:txBody>
          <a:bodyPr/>
          <a:lstStyle/>
          <a:p>
            <a:fld id="{B71315C3-7527-4016-BC03-5123FA24A51C}" type="datetimeFigureOut">
              <a:rPr lang="en-US" smtClean="0"/>
              <a:t>7/29/2025</a:t>
            </a:fld>
            <a:endParaRPr lang="en-US"/>
          </a:p>
        </p:txBody>
      </p:sp>
      <p:sp>
        <p:nvSpPr>
          <p:cNvPr id="5" name="Footer Placeholder 4">
            <a:extLst>
              <a:ext uri="{FF2B5EF4-FFF2-40B4-BE49-F238E27FC236}">
                <a16:creationId xmlns:a16="http://schemas.microsoft.com/office/drawing/2014/main" id="{BD9606B0-46E7-156B-4883-59AE5747B7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EE3FA2-9515-6B8A-9EF9-C7FB1D9CF37E}"/>
              </a:ext>
            </a:extLst>
          </p:cNvPr>
          <p:cNvSpPr>
            <a:spLocks noGrp="1"/>
          </p:cNvSpPr>
          <p:nvPr>
            <p:ph type="sldNum" sz="quarter" idx="12"/>
          </p:nvPr>
        </p:nvSpPr>
        <p:spPr/>
        <p:txBody>
          <a:bodyPr/>
          <a:lstStyle/>
          <a:p>
            <a:fld id="{2A9290AE-D1A5-4E4C-89B9-54E47BA78BBD}" type="slidenum">
              <a:rPr lang="en-US" smtClean="0"/>
              <a:t>‹#›</a:t>
            </a:fld>
            <a:endParaRPr lang="en-US"/>
          </a:p>
        </p:txBody>
      </p:sp>
    </p:spTree>
    <p:extLst>
      <p:ext uri="{BB962C8B-B14F-4D97-AF65-F5344CB8AC3E}">
        <p14:creationId xmlns:p14="http://schemas.microsoft.com/office/powerpoint/2010/main" val="2595605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29D7F-A75E-1F4E-457E-619002797E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4B9FD0-C9D1-84B2-CB38-112B569886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0633D6-04DC-1D02-80B5-F08C22BAA950}"/>
              </a:ext>
            </a:extLst>
          </p:cNvPr>
          <p:cNvSpPr>
            <a:spLocks noGrp="1"/>
          </p:cNvSpPr>
          <p:nvPr>
            <p:ph type="dt" sz="half" idx="10"/>
          </p:nvPr>
        </p:nvSpPr>
        <p:spPr/>
        <p:txBody>
          <a:bodyPr/>
          <a:lstStyle/>
          <a:p>
            <a:fld id="{B71315C3-7527-4016-BC03-5123FA24A51C}" type="datetimeFigureOut">
              <a:rPr lang="en-US" smtClean="0"/>
              <a:t>7/29/2025</a:t>
            </a:fld>
            <a:endParaRPr lang="en-US"/>
          </a:p>
        </p:txBody>
      </p:sp>
      <p:sp>
        <p:nvSpPr>
          <p:cNvPr id="5" name="Footer Placeholder 4">
            <a:extLst>
              <a:ext uri="{FF2B5EF4-FFF2-40B4-BE49-F238E27FC236}">
                <a16:creationId xmlns:a16="http://schemas.microsoft.com/office/drawing/2014/main" id="{5897690F-D859-88D8-9D83-B26892D619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387797-A482-4F5D-AA23-7C5C347E64F4}"/>
              </a:ext>
            </a:extLst>
          </p:cNvPr>
          <p:cNvSpPr>
            <a:spLocks noGrp="1"/>
          </p:cNvSpPr>
          <p:nvPr>
            <p:ph type="sldNum" sz="quarter" idx="12"/>
          </p:nvPr>
        </p:nvSpPr>
        <p:spPr/>
        <p:txBody>
          <a:bodyPr/>
          <a:lstStyle/>
          <a:p>
            <a:fld id="{2A9290AE-D1A5-4E4C-89B9-54E47BA78BBD}" type="slidenum">
              <a:rPr lang="en-US" smtClean="0"/>
              <a:t>‹#›</a:t>
            </a:fld>
            <a:endParaRPr lang="en-US"/>
          </a:p>
        </p:txBody>
      </p:sp>
    </p:spTree>
    <p:extLst>
      <p:ext uri="{BB962C8B-B14F-4D97-AF65-F5344CB8AC3E}">
        <p14:creationId xmlns:p14="http://schemas.microsoft.com/office/powerpoint/2010/main" val="2479000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0994A-6FE5-7644-9F90-B3ADD975F1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BC73B9-E4AA-F55E-C263-34A95AE97E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114D16-D3F9-5A5C-A815-26D4406C54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96AFC2-0D88-7107-1A1E-59FBFAC86374}"/>
              </a:ext>
            </a:extLst>
          </p:cNvPr>
          <p:cNvSpPr>
            <a:spLocks noGrp="1"/>
          </p:cNvSpPr>
          <p:nvPr>
            <p:ph type="dt" sz="half" idx="10"/>
          </p:nvPr>
        </p:nvSpPr>
        <p:spPr/>
        <p:txBody>
          <a:bodyPr/>
          <a:lstStyle/>
          <a:p>
            <a:fld id="{B71315C3-7527-4016-BC03-5123FA24A51C}" type="datetimeFigureOut">
              <a:rPr lang="en-US" smtClean="0"/>
              <a:t>7/29/2025</a:t>
            </a:fld>
            <a:endParaRPr lang="en-US"/>
          </a:p>
        </p:txBody>
      </p:sp>
      <p:sp>
        <p:nvSpPr>
          <p:cNvPr id="6" name="Footer Placeholder 5">
            <a:extLst>
              <a:ext uri="{FF2B5EF4-FFF2-40B4-BE49-F238E27FC236}">
                <a16:creationId xmlns:a16="http://schemas.microsoft.com/office/drawing/2014/main" id="{1F9C393F-1294-6F10-5236-6470B8336B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430C51-BF93-0C4C-FA59-97DB5BC8EDA6}"/>
              </a:ext>
            </a:extLst>
          </p:cNvPr>
          <p:cNvSpPr>
            <a:spLocks noGrp="1"/>
          </p:cNvSpPr>
          <p:nvPr>
            <p:ph type="sldNum" sz="quarter" idx="12"/>
          </p:nvPr>
        </p:nvSpPr>
        <p:spPr/>
        <p:txBody>
          <a:bodyPr/>
          <a:lstStyle/>
          <a:p>
            <a:fld id="{2A9290AE-D1A5-4E4C-89B9-54E47BA78BBD}" type="slidenum">
              <a:rPr lang="en-US" smtClean="0"/>
              <a:t>‹#›</a:t>
            </a:fld>
            <a:endParaRPr lang="en-US"/>
          </a:p>
        </p:txBody>
      </p:sp>
    </p:spTree>
    <p:extLst>
      <p:ext uri="{BB962C8B-B14F-4D97-AF65-F5344CB8AC3E}">
        <p14:creationId xmlns:p14="http://schemas.microsoft.com/office/powerpoint/2010/main" val="2018885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6AE16-2D63-881C-1B98-7F01641036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FF1141-747B-8BC1-5367-54C8A76904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B96299-E3D4-1A24-C414-AF9F8116CE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483220-97C7-068A-4D16-EC2340068D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687482-8BC1-05C1-0983-74AC4354F8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20044F-DBF8-6080-33B0-50DA0F094CF5}"/>
              </a:ext>
            </a:extLst>
          </p:cNvPr>
          <p:cNvSpPr>
            <a:spLocks noGrp="1"/>
          </p:cNvSpPr>
          <p:nvPr>
            <p:ph type="dt" sz="half" idx="10"/>
          </p:nvPr>
        </p:nvSpPr>
        <p:spPr/>
        <p:txBody>
          <a:bodyPr/>
          <a:lstStyle/>
          <a:p>
            <a:fld id="{B71315C3-7527-4016-BC03-5123FA24A51C}" type="datetimeFigureOut">
              <a:rPr lang="en-US" smtClean="0"/>
              <a:t>7/29/2025</a:t>
            </a:fld>
            <a:endParaRPr lang="en-US"/>
          </a:p>
        </p:txBody>
      </p:sp>
      <p:sp>
        <p:nvSpPr>
          <p:cNvPr id="8" name="Footer Placeholder 7">
            <a:extLst>
              <a:ext uri="{FF2B5EF4-FFF2-40B4-BE49-F238E27FC236}">
                <a16:creationId xmlns:a16="http://schemas.microsoft.com/office/drawing/2014/main" id="{BE997194-1645-4395-C70F-EB6D4C24AC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BA0E95-F8B8-35BC-B889-25A2063CEEB9}"/>
              </a:ext>
            </a:extLst>
          </p:cNvPr>
          <p:cNvSpPr>
            <a:spLocks noGrp="1"/>
          </p:cNvSpPr>
          <p:nvPr>
            <p:ph type="sldNum" sz="quarter" idx="12"/>
          </p:nvPr>
        </p:nvSpPr>
        <p:spPr/>
        <p:txBody>
          <a:bodyPr/>
          <a:lstStyle/>
          <a:p>
            <a:fld id="{2A9290AE-D1A5-4E4C-89B9-54E47BA78BBD}" type="slidenum">
              <a:rPr lang="en-US" smtClean="0"/>
              <a:t>‹#›</a:t>
            </a:fld>
            <a:endParaRPr lang="en-US"/>
          </a:p>
        </p:txBody>
      </p:sp>
    </p:spTree>
    <p:extLst>
      <p:ext uri="{BB962C8B-B14F-4D97-AF65-F5344CB8AC3E}">
        <p14:creationId xmlns:p14="http://schemas.microsoft.com/office/powerpoint/2010/main" val="2057667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38A3-320E-39FB-1F24-81FAFB08DD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9A7BAC-42B9-3C53-D3E6-9925C6636C0C}"/>
              </a:ext>
            </a:extLst>
          </p:cNvPr>
          <p:cNvSpPr>
            <a:spLocks noGrp="1"/>
          </p:cNvSpPr>
          <p:nvPr>
            <p:ph type="dt" sz="half" idx="10"/>
          </p:nvPr>
        </p:nvSpPr>
        <p:spPr/>
        <p:txBody>
          <a:bodyPr/>
          <a:lstStyle/>
          <a:p>
            <a:fld id="{B71315C3-7527-4016-BC03-5123FA24A51C}" type="datetimeFigureOut">
              <a:rPr lang="en-US" smtClean="0"/>
              <a:t>7/29/2025</a:t>
            </a:fld>
            <a:endParaRPr lang="en-US"/>
          </a:p>
        </p:txBody>
      </p:sp>
      <p:sp>
        <p:nvSpPr>
          <p:cNvPr id="4" name="Footer Placeholder 3">
            <a:extLst>
              <a:ext uri="{FF2B5EF4-FFF2-40B4-BE49-F238E27FC236}">
                <a16:creationId xmlns:a16="http://schemas.microsoft.com/office/drawing/2014/main" id="{25800744-9414-C4FE-06F0-A7750F3E0C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6DD5BF1-5813-CFA1-ACA0-65C7B54798C6}"/>
              </a:ext>
            </a:extLst>
          </p:cNvPr>
          <p:cNvSpPr>
            <a:spLocks noGrp="1"/>
          </p:cNvSpPr>
          <p:nvPr>
            <p:ph type="sldNum" sz="quarter" idx="12"/>
          </p:nvPr>
        </p:nvSpPr>
        <p:spPr/>
        <p:txBody>
          <a:bodyPr/>
          <a:lstStyle/>
          <a:p>
            <a:fld id="{2A9290AE-D1A5-4E4C-89B9-54E47BA78BBD}" type="slidenum">
              <a:rPr lang="en-US" smtClean="0"/>
              <a:t>‹#›</a:t>
            </a:fld>
            <a:endParaRPr lang="en-US"/>
          </a:p>
        </p:txBody>
      </p:sp>
    </p:spTree>
    <p:extLst>
      <p:ext uri="{BB962C8B-B14F-4D97-AF65-F5344CB8AC3E}">
        <p14:creationId xmlns:p14="http://schemas.microsoft.com/office/powerpoint/2010/main" val="786799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0ABA3D-8FFE-A4AF-EFF2-6729BE19F1CD}"/>
              </a:ext>
            </a:extLst>
          </p:cNvPr>
          <p:cNvSpPr>
            <a:spLocks noGrp="1"/>
          </p:cNvSpPr>
          <p:nvPr>
            <p:ph type="dt" sz="half" idx="10"/>
          </p:nvPr>
        </p:nvSpPr>
        <p:spPr/>
        <p:txBody>
          <a:bodyPr/>
          <a:lstStyle/>
          <a:p>
            <a:fld id="{B71315C3-7527-4016-BC03-5123FA24A51C}" type="datetimeFigureOut">
              <a:rPr lang="en-US" smtClean="0"/>
              <a:t>7/29/2025</a:t>
            </a:fld>
            <a:endParaRPr lang="en-US"/>
          </a:p>
        </p:txBody>
      </p:sp>
      <p:sp>
        <p:nvSpPr>
          <p:cNvPr id="3" name="Footer Placeholder 2">
            <a:extLst>
              <a:ext uri="{FF2B5EF4-FFF2-40B4-BE49-F238E27FC236}">
                <a16:creationId xmlns:a16="http://schemas.microsoft.com/office/drawing/2014/main" id="{69DE39E8-4F6B-CAC4-1963-3484858571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14BA46-7BE7-37EB-9901-EDEA285A2280}"/>
              </a:ext>
            </a:extLst>
          </p:cNvPr>
          <p:cNvSpPr>
            <a:spLocks noGrp="1"/>
          </p:cNvSpPr>
          <p:nvPr>
            <p:ph type="sldNum" sz="quarter" idx="12"/>
          </p:nvPr>
        </p:nvSpPr>
        <p:spPr/>
        <p:txBody>
          <a:bodyPr/>
          <a:lstStyle/>
          <a:p>
            <a:fld id="{2A9290AE-D1A5-4E4C-89B9-54E47BA78BBD}" type="slidenum">
              <a:rPr lang="en-US" smtClean="0"/>
              <a:t>‹#›</a:t>
            </a:fld>
            <a:endParaRPr lang="en-US"/>
          </a:p>
        </p:txBody>
      </p:sp>
    </p:spTree>
    <p:extLst>
      <p:ext uri="{BB962C8B-B14F-4D97-AF65-F5344CB8AC3E}">
        <p14:creationId xmlns:p14="http://schemas.microsoft.com/office/powerpoint/2010/main" val="3420126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CCF3-BDC5-C49D-79F2-192BC61D06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3E7ED4-6463-F567-75F0-4C84E23DC9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EB3F3A-44F2-CFCC-00E9-4C93C84590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E6B86F-C83D-0240-57EA-18888FC55170}"/>
              </a:ext>
            </a:extLst>
          </p:cNvPr>
          <p:cNvSpPr>
            <a:spLocks noGrp="1"/>
          </p:cNvSpPr>
          <p:nvPr>
            <p:ph type="dt" sz="half" idx="10"/>
          </p:nvPr>
        </p:nvSpPr>
        <p:spPr/>
        <p:txBody>
          <a:bodyPr/>
          <a:lstStyle/>
          <a:p>
            <a:fld id="{B71315C3-7527-4016-BC03-5123FA24A51C}" type="datetimeFigureOut">
              <a:rPr lang="en-US" smtClean="0"/>
              <a:t>7/29/2025</a:t>
            </a:fld>
            <a:endParaRPr lang="en-US"/>
          </a:p>
        </p:txBody>
      </p:sp>
      <p:sp>
        <p:nvSpPr>
          <p:cNvPr id="6" name="Footer Placeholder 5">
            <a:extLst>
              <a:ext uri="{FF2B5EF4-FFF2-40B4-BE49-F238E27FC236}">
                <a16:creationId xmlns:a16="http://schemas.microsoft.com/office/drawing/2014/main" id="{990D13E0-9C1E-F514-60C4-75297A66F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F67A28-0995-A3C0-ED1F-A2E8BC79804E}"/>
              </a:ext>
            </a:extLst>
          </p:cNvPr>
          <p:cNvSpPr>
            <a:spLocks noGrp="1"/>
          </p:cNvSpPr>
          <p:nvPr>
            <p:ph type="sldNum" sz="quarter" idx="12"/>
          </p:nvPr>
        </p:nvSpPr>
        <p:spPr/>
        <p:txBody>
          <a:bodyPr/>
          <a:lstStyle/>
          <a:p>
            <a:fld id="{2A9290AE-D1A5-4E4C-89B9-54E47BA78BBD}" type="slidenum">
              <a:rPr lang="en-US" smtClean="0"/>
              <a:t>‹#›</a:t>
            </a:fld>
            <a:endParaRPr lang="en-US"/>
          </a:p>
        </p:txBody>
      </p:sp>
    </p:spTree>
    <p:extLst>
      <p:ext uri="{BB962C8B-B14F-4D97-AF65-F5344CB8AC3E}">
        <p14:creationId xmlns:p14="http://schemas.microsoft.com/office/powerpoint/2010/main" val="2283899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E4DC1-A6E1-3C00-219E-CB2C04A1FE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DA1BF1-4A52-0A86-D7A8-1B8F902AEC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32ED25-7189-5CAD-CA36-6B342E7EFB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B016FA-051D-33C1-9ADF-57E56ACEE641}"/>
              </a:ext>
            </a:extLst>
          </p:cNvPr>
          <p:cNvSpPr>
            <a:spLocks noGrp="1"/>
          </p:cNvSpPr>
          <p:nvPr>
            <p:ph type="dt" sz="half" idx="10"/>
          </p:nvPr>
        </p:nvSpPr>
        <p:spPr/>
        <p:txBody>
          <a:bodyPr/>
          <a:lstStyle/>
          <a:p>
            <a:fld id="{B71315C3-7527-4016-BC03-5123FA24A51C}" type="datetimeFigureOut">
              <a:rPr lang="en-US" smtClean="0"/>
              <a:t>7/29/2025</a:t>
            </a:fld>
            <a:endParaRPr lang="en-US"/>
          </a:p>
        </p:txBody>
      </p:sp>
      <p:sp>
        <p:nvSpPr>
          <p:cNvPr id="6" name="Footer Placeholder 5">
            <a:extLst>
              <a:ext uri="{FF2B5EF4-FFF2-40B4-BE49-F238E27FC236}">
                <a16:creationId xmlns:a16="http://schemas.microsoft.com/office/drawing/2014/main" id="{1BC929B5-66F6-1A62-7582-8022F6815A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EB61B-3211-6C96-F45C-604DD06A0391}"/>
              </a:ext>
            </a:extLst>
          </p:cNvPr>
          <p:cNvSpPr>
            <a:spLocks noGrp="1"/>
          </p:cNvSpPr>
          <p:nvPr>
            <p:ph type="sldNum" sz="quarter" idx="12"/>
          </p:nvPr>
        </p:nvSpPr>
        <p:spPr/>
        <p:txBody>
          <a:bodyPr/>
          <a:lstStyle/>
          <a:p>
            <a:fld id="{2A9290AE-D1A5-4E4C-89B9-54E47BA78BBD}" type="slidenum">
              <a:rPr lang="en-US" smtClean="0"/>
              <a:t>‹#›</a:t>
            </a:fld>
            <a:endParaRPr lang="en-US"/>
          </a:p>
        </p:txBody>
      </p:sp>
    </p:spTree>
    <p:extLst>
      <p:ext uri="{BB962C8B-B14F-4D97-AF65-F5344CB8AC3E}">
        <p14:creationId xmlns:p14="http://schemas.microsoft.com/office/powerpoint/2010/main" val="1897979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89248-8158-EDAB-C878-C07479CC75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27FA28-4E31-BE76-745D-F77A984A9D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73A82C-519E-1980-995C-D7FFFCD1A456}"/>
              </a:ext>
            </a:extLst>
          </p:cNvPr>
          <p:cNvSpPr>
            <a:spLocks noGrp="1"/>
          </p:cNvSpPr>
          <p:nvPr>
            <p:ph type="dt" sz="half" idx="10"/>
          </p:nvPr>
        </p:nvSpPr>
        <p:spPr/>
        <p:txBody>
          <a:bodyPr/>
          <a:lstStyle/>
          <a:p>
            <a:fld id="{B71315C3-7527-4016-BC03-5123FA24A51C}" type="datetimeFigureOut">
              <a:rPr lang="en-US" smtClean="0"/>
              <a:t>7/29/2025</a:t>
            </a:fld>
            <a:endParaRPr lang="en-US"/>
          </a:p>
        </p:txBody>
      </p:sp>
      <p:sp>
        <p:nvSpPr>
          <p:cNvPr id="5" name="Footer Placeholder 4">
            <a:extLst>
              <a:ext uri="{FF2B5EF4-FFF2-40B4-BE49-F238E27FC236}">
                <a16:creationId xmlns:a16="http://schemas.microsoft.com/office/drawing/2014/main" id="{65E3DA86-5167-0597-E5BA-68BF53F943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682529-F218-7E5D-4AC4-AC86B332EB42}"/>
              </a:ext>
            </a:extLst>
          </p:cNvPr>
          <p:cNvSpPr>
            <a:spLocks noGrp="1"/>
          </p:cNvSpPr>
          <p:nvPr>
            <p:ph type="sldNum" sz="quarter" idx="12"/>
          </p:nvPr>
        </p:nvSpPr>
        <p:spPr/>
        <p:txBody>
          <a:bodyPr/>
          <a:lstStyle/>
          <a:p>
            <a:fld id="{2A9290AE-D1A5-4E4C-89B9-54E47BA78BBD}" type="slidenum">
              <a:rPr lang="en-US" smtClean="0"/>
              <a:t>‹#›</a:t>
            </a:fld>
            <a:endParaRPr lang="en-US"/>
          </a:p>
        </p:txBody>
      </p:sp>
    </p:spTree>
    <p:extLst>
      <p:ext uri="{BB962C8B-B14F-4D97-AF65-F5344CB8AC3E}">
        <p14:creationId xmlns:p14="http://schemas.microsoft.com/office/powerpoint/2010/main" val="1627357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F4B2F5-B6C7-10DD-97E8-4EFF12DFDF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5323FC-2BBF-D7B6-E2FF-BDAEA61A22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E5D0A8-A295-2B31-C386-51DA03C06C4B}"/>
              </a:ext>
            </a:extLst>
          </p:cNvPr>
          <p:cNvSpPr>
            <a:spLocks noGrp="1"/>
          </p:cNvSpPr>
          <p:nvPr>
            <p:ph type="dt" sz="half" idx="10"/>
          </p:nvPr>
        </p:nvSpPr>
        <p:spPr/>
        <p:txBody>
          <a:bodyPr/>
          <a:lstStyle/>
          <a:p>
            <a:fld id="{B71315C3-7527-4016-BC03-5123FA24A51C}" type="datetimeFigureOut">
              <a:rPr lang="en-US" smtClean="0"/>
              <a:t>7/29/2025</a:t>
            </a:fld>
            <a:endParaRPr lang="en-US"/>
          </a:p>
        </p:txBody>
      </p:sp>
      <p:sp>
        <p:nvSpPr>
          <p:cNvPr id="5" name="Footer Placeholder 4">
            <a:extLst>
              <a:ext uri="{FF2B5EF4-FFF2-40B4-BE49-F238E27FC236}">
                <a16:creationId xmlns:a16="http://schemas.microsoft.com/office/drawing/2014/main" id="{AA2A3360-9CF0-7CD1-4B06-C77C47ACA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5C2687-4E8A-B5DE-002D-69EFF11AAD94}"/>
              </a:ext>
            </a:extLst>
          </p:cNvPr>
          <p:cNvSpPr>
            <a:spLocks noGrp="1"/>
          </p:cNvSpPr>
          <p:nvPr>
            <p:ph type="sldNum" sz="quarter" idx="12"/>
          </p:nvPr>
        </p:nvSpPr>
        <p:spPr/>
        <p:txBody>
          <a:bodyPr/>
          <a:lstStyle/>
          <a:p>
            <a:fld id="{2A9290AE-D1A5-4E4C-89B9-54E47BA78BBD}" type="slidenum">
              <a:rPr lang="en-US" smtClean="0"/>
              <a:t>‹#›</a:t>
            </a:fld>
            <a:endParaRPr lang="en-US"/>
          </a:p>
        </p:txBody>
      </p:sp>
    </p:spTree>
    <p:extLst>
      <p:ext uri="{BB962C8B-B14F-4D97-AF65-F5344CB8AC3E}">
        <p14:creationId xmlns:p14="http://schemas.microsoft.com/office/powerpoint/2010/main" val="735154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FBCBE-8E17-2A24-9831-D677DE6017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59AF36-72D4-C6B7-CF7C-DB66B0F0BC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31A6CF-D426-1BB3-F8C0-6D3038146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1315C3-7527-4016-BC03-5123FA24A51C}" type="datetimeFigureOut">
              <a:rPr lang="en-US" smtClean="0"/>
              <a:t>7/29/2025</a:t>
            </a:fld>
            <a:endParaRPr lang="en-US"/>
          </a:p>
        </p:txBody>
      </p:sp>
      <p:sp>
        <p:nvSpPr>
          <p:cNvPr id="5" name="Footer Placeholder 4">
            <a:extLst>
              <a:ext uri="{FF2B5EF4-FFF2-40B4-BE49-F238E27FC236}">
                <a16:creationId xmlns:a16="http://schemas.microsoft.com/office/drawing/2014/main" id="{C60697BD-17F1-ED8D-E4EB-5F97CF8770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E1C819E-2160-5ECC-D45A-264B079F0A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9290AE-D1A5-4E4C-89B9-54E47BA78BBD}" type="slidenum">
              <a:rPr lang="en-US" smtClean="0"/>
              <a:t>‹#›</a:t>
            </a:fld>
            <a:endParaRPr lang="en-US"/>
          </a:p>
        </p:txBody>
      </p:sp>
    </p:spTree>
    <p:extLst>
      <p:ext uri="{BB962C8B-B14F-4D97-AF65-F5344CB8AC3E}">
        <p14:creationId xmlns:p14="http://schemas.microsoft.com/office/powerpoint/2010/main" val="3654085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A731E-F5D1-7286-9F6B-D9DDCFE27FA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135DAFB-2085-F72A-CB81-DDE494CB3614}"/>
                  </a:ext>
                </a:extLst>
              </p:cNvPr>
              <p:cNvSpPr txBox="1"/>
              <p:nvPr/>
            </p:nvSpPr>
            <p:spPr>
              <a:xfrm>
                <a:off x="2078110" y="3658314"/>
                <a:ext cx="8245642" cy="16137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400" i="1"/>
                        <m:t>𝑑𝐵𝑚</m:t>
                      </m:r>
                      <m:r>
                        <a:rPr lang="en-US" sz="4400" i="1"/>
                        <m:t> = 30+ 20</m:t>
                      </m:r>
                      <m:func>
                        <m:funcPr>
                          <m:ctrlPr>
                            <a:rPr lang="en-US" sz="4400" i="1"/>
                          </m:ctrlPr>
                        </m:funcPr>
                        <m:fName>
                          <m:r>
                            <a:rPr lang="en-US" sz="4400" i="1"/>
                            <m:t>𝑙𝑜𝑔</m:t>
                          </m:r>
                        </m:fName>
                        <m:e>
                          <m:d>
                            <m:dPr>
                              <m:ctrlPr>
                                <a:rPr lang="en-US" sz="4400" i="1"/>
                              </m:ctrlPr>
                            </m:dPr>
                            <m:e>
                              <m:f>
                                <m:fPr>
                                  <m:ctrlPr>
                                    <a:rPr lang="en-US" sz="4400" i="1"/>
                                  </m:ctrlPr>
                                </m:fPr>
                                <m:num>
                                  <m:sSub>
                                    <m:sSubPr>
                                      <m:ctrlPr>
                                        <a:rPr lang="en-US" sz="4400" i="1"/>
                                      </m:ctrlPr>
                                    </m:sSubPr>
                                    <m:e>
                                      <m:r>
                                        <a:rPr lang="en-US" sz="4400" i="1"/>
                                        <m:t>𝑉</m:t>
                                      </m:r>
                                    </m:e>
                                    <m:sub>
                                      <m:r>
                                        <a:rPr lang="en-US" sz="4400" i="1"/>
                                        <m:t>𝑟𝑚𝑠</m:t>
                                      </m:r>
                                    </m:sub>
                                  </m:sSub>
                                </m:num>
                                <m:den>
                                  <m:rad>
                                    <m:radPr>
                                      <m:degHide m:val="on"/>
                                      <m:ctrlPr>
                                        <a:rPr lang="en-US" sz="4400" i="1"/>
                                      </m:ctrlPr>
                                    </m:radPr>
                                    <m:deg/>
                                    <m:e>
                                      <m:sSub>
                                        <m:sSubPr>
                                          <m:ctrlPr>
                                            <a:rPr lang="en-US" sz="4400" i="1"/>
                                          </m:ctrlPr>
                                        </m:sSubPr>
                                        <m:e>
                                          <m:r>
                                            <a:rPr lang="en-US" sz="4400" i="1"/>
                                            <m:t>𝑧</m:t>
                                          </m:r>
                                        </m:e>
                                        <m:sub>
                                          <m:r>
                                            <a:rPr lang="en-US" sz="4400" i="1"/>
                                            <m:t>0</m:t>
                                          </m:r>
                                        </m:sub>
                                      </m:sSub>
                                    </m:e>
                                  </m:rad>
                                </m:den>
                              </m:f>
                            </m:e>
                          </m:d>
                        </m:e>
                      </m:func>
                    </m:oMath>
                  </m:oMathPara>
                </a14:m>
                <a:endParaRPr lang="en-US" sz="4400" dirty="0"/>
              </a:p>
            </p:txBody>
          </p:sp>
        </mc:Choice>
        <mc:Fallback>
          <p:sp>
            <p:nvSpPr>
              <p:cNvPr id="5" name="TextBox 4">
                <a:extLst>
                  <a:ext uri="{FF2B5EF4-FFF2-40B4-BE49-F238E27FC236}">
                    <a16:creationId xmlns:a16="http://schemas.microsoft.com/office/drawing/2014/main" id="{7135DAFB-2085-F72A-CB81-DDE494CB3614}"/>
                  </a:ext>
                </a:extLst>
              </p:cNvPr>
              <p:cNvSpPr txBox="1">
                <a:spLocks noRot="1" noChangeAspect="1" noMove="1" noResize="1" noEditPoints="1" noAdjustHandles="1" noChangeArrowheads="1" noChangeShapeType="1" noTextEdit="1"/>
              </p:cNvSpPr>
              <p:nvPr/>
            </p:nvSpPr>
            <p:spPr>
              <a:xfrm>
                <a:off x="2078110" y="3658314"/>
                <a:ext cx="8245642" cy="1613711"/>
              </a:xfrm>
              <a:prstGeom prst="rect">
                <a:avLst/>
              </a:prstGeom>
              <a:blipFill>
                <a:blip r:embed="rId2"/>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98537F10-4F26-B4E7-399D-4A6735B383AD}"/>
              </a:ext>
            </a:extLst>
          </p:cNvPr>
          <p:cNvSpPr txBox="1"/>
          <p:nvPr/>
        </p:nvSpPr>
        <p:spPr>
          <a:xfrm>
            <a:off x="1093455" y="1436074"/>
            <a:ext cx="10498643" cy="1446550"/>
          </a:xfrm>
          <a:prstGeom prst="rect">
            <a:avLst/>
          </a:prstGeom>
          <a:noFill/>
        </p:spPr>
        <p:txBody>
          <a:bodyPr wrap="none" rtlCol="0">
            <a:spAutoFit/>
          </a:bodyPr>
          <a:lstStyle/>
          <a:p>
            <a:r>
              <a:rPr lang="en-US" sz="8800" b="1" dirty="0">
                <a:solidFill>
                  <a:srgbClr val="FF0000"/>
                </a:solidFill>
                <a:latin typeface="Cambria" panose="02040503050406030204" pitchFamily="18" charset="0"/>
                <a:ea typeface="Cambria" panose="02040503050406030204" pitchFamily="18" charset="0"/>
              </a:rPr>
              <a:t>Signal </a:t>
            </a:r>
            <a:r>
              <a:rPr lang="en-US" sz="8800" b="1" dirty="0" err="1">
                <a:solidFill>
                  <a:srgbClr val="FF0000"/>
                </a:solidFill>
                <a:latin typeface="Cambria" panose="02040503050406030204" pitchFamily="18" charset="0"/>
                <a:ea typeface="Cambria" panose="02040503050406030204" pitchFamily="18" charset="0"/>
              </a:rPr>
              <a:t>Vrms</a:t>
            </a:r>
            <a:r>
              <a:rPr lang="en-US" sz="8800" b="1" dirty="0">
                <a:solidFill>
                  <a:srgbClr val="FF0000"/>
                </a:solidFill>
                <a:latin typeface="Cambria" panose="02040503050406030204" pitchFamily="18" charset="0"/>
                <a:ea typeface="Cambria" panose="02040503050406030204" pitchFamily="18" charset="0"/>
              </a:rPr>
              <a:t> to dBm </a:t>
            </a:r>
          </a:p>
        </p:txBody>
      </p:sp>
      <p:sp>
        <p:nvSpPr>
          <p:cNvPr id="2" name="TextBox 1">
            <a:extLst>
              <a:ext uri="{FF2B5EF4-FFF2-40B4-BE49-F238E27FC236}">
                <a16:creationId xmlns:a16="http://schemas.microsoft.com/office/drawing/2014/main" id="{309776A5-0968-4E2A-3EA1-09AB68082BF6}"/>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Tree>
    <p:extLst>
      <p:ext uri="{BB962C8B-B14F-4D97-AF65-F5344CB8AC3E}">
        <p14:creationId xmlns:p14="http://schemas.microsoft.com/office/powerpoint/2010/main" val="173176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0933F-FAA7-78D8-AD3A-EFEC85CC2E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40E85C-2DFA-54D8-A941-58C7939A5081}"/>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4" name="TextBox 3">
            <a:extLst>
              <a:ext uri="{FF2B5EF4-FFF2-40B4-BE49-F238E27FC236}">
                <a16:creationId xmlns:a16="http://schemas.microsoft.com/office/drawing/2014/main" id="{EF839AB4-DE50-B203-3204-BF612EB2951F}"/>
              </a:ext>
            </a:extLst>
          </p:cNvPr>
          <p:cNvSpPr txBox="1"/>
          <p:nvPr/>
        </p:nvSpPr>
        <p:spPr>
          <a:xfrm>
            <a:off x="689549" y="809230"/>
            <a:ext cx="11272602" cy="2115131"/>
          </a:xfrm>
          <a:prstGeom prst="rect">
            <a:avLst/>
          </a:prstGeom>
          <a:noFill/>
        </p:spPr>
        <p:txBody>
          <a:bodyPr wrap="square">
            <a:spAutoFit/>
          </a:bodyPr>
          <a:lstStyle/>
          <a:p>
            <a:pPr>
              <a:lnSpc>
                <a:spcPct val="150000"/>
              </a:lnSpc>
            </a:pPr>
            <a:r>
              <a:rPr lang="en-US" dirty="0">
                <a:latin typeface="Lato" panose="020F0502020204030203" pitchFamily="34" charset="0"/>
                <a:ea typeface="Lato" panose="020F0502020204030203" pitchFamily="34" charset="0"/>
                <a:cs typeface="Lato" panose="020F0502020204030203" pitchFamily="34" charset="0"/>
              </a:rPr>
              <a:t>Electrical signal strength measurements expressed as RMS voltage (</a:t>
            </a:r>
            <a:r>
              <a:rPr lang="en-US" dirty="0" err="1">
                <a:latin typeface="Lato" panose="020F0502020204030203" pitchFamily="34" charset="0"/>
                <a:ea typeface="Lato" panose="020F0502020204030203" pitchFamily="34" charset="0"/>
                <a:cs typeface="Lato" panose="020F0502020204030203" pitchFamily="34" charset="0"/>
              </a:rPr>
              <a:t>Vrms</a:t>
            </a:r>
            <a:r>
              <a:rPr lang="en-US" dirty="0">
                <a:latin typeface="Lato" panose="020F0502020204030203" pitchFamily="34" charset="0"/>
                <a:ea typeface="Lato" panose="020F0502020204030203" pitchFamily="34" charset="0"/>
                <a:cs typeface="Lato" panose="020F0502020204030203" pitchFamily="34" charset="0"/>
              </a:rPr>
              <a:t>) to decibels per milliwatt (dBm). </a:t>
            </a:r>
          </a:p>
          <a:p>
            <a:pPr>
              <a:lnSpc>
                <a:spcPct val="150000"/>
              </a:lnSpc>
            </a:pPr>
            <a:endParaRPr lang="en-US" dirty="0">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dirty="0" err="1">
                <a:solidFill>
                  <a:srgbClr val="FF0000"/>
                </a:solidFill>
                <a:latin typeface="Lato" panose="020F0502020204030203" pitchFamily="34" charset="0"/>
                <a:ea typeface="Lato" panose="020F0502020204030203" pitchFamily="34" charset="0"/>
                <a:cs typeface="Lato" panose="020F0502020204030203" pitchFamily="34" charset="0"/>
              </a:rPr>
              <a:t>Vrms</a:t>
            </a:r>
            <a:r>
              <a:rPr lang="en-US" dirty="0">
                <a:latin typeface="Lato" panose="020F0502020204030203" pitchFamily="34" charset="0"/>
                <a:ea typeface="Lato" panose="020F0502020204030203" pitchFamily="34" charset="0"/>
                <a:cs typeface="Lato" panose="020F0502020204030203" pitchFamily="34" charset="0"/>
              </a:rPr>
              <a:t> is a unit of measurement used to express the root-mean-square value of an electrical signal in volts, while </a:t>
            </a:r>
          </a:p>
          <a:p>
            <a:pPr>
              <a:lnSpc>
                <a:spcPct val="150000"/>
              </a:lnSpc>
            </a:pPr>
            <a:r>
              <a:rPr lang="en-US" dirty="0">
                <a:solidFill>
                  <a:srgbClr val="FF0000"/>
                </a:solidFill>
                <a:latin typeface="Lato" panose="020F0502020204030203" pitchFamily="34" charset="0"/>
                <a:ea typeface="Lato" panose="020F0502020204030203" pitchFamily="34" charset="0"/>
                <a:cs typeface="Lato" panose="020F0502020204030203" pitchFamily="34" charset="0"/>
              </a:rPr>
              <a:t>dBm</a:t>
            </a:r>
            <a:r>
              <a:rPr lang="en-US" dirty="0">
                <a:latin typeface="Lato" panose="020F0502020204030203" pitchFamily="34" charset="0"/>
                <a:ea typeface="Lato" panose="020F0502020204030203" pitchFamily="34" charset="0"/>
                <a:cs typeface="Lato" panose="020F0502020204030203" pitchFamily="34" charset="0"/>
              </a:rPr>
              <a:t> is a unit of measurement used to express the absolute power of an electrical signal in milliwatts.</a:t>
            </a:r>
          </a:p>
        </p:txBody>
      </p:sp>
    </p:spTree>
    <p:extLst>
      <p:ext uri="{BB962C8B-B14F-4D97-AF65-F5344CB8AC3E}">
        <p14:creationId xmlns:p14="http://schemas.microsoft.com/office/powerpoint/2010/main" val="3524243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iterate type="lt">
                                    <p:tmPct val="1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par>
                          <p:cTn id="8" fill="hold">
                            <p:stCondLst>
                              <p:cond delay="5000"/>
                            </p:stCondLst>
                            <p:childTnLst>
                              <p:par>
                                <p:cTn id="9" presetID="22" presetClass="entr" presetSubtype="8" fill="hold" nodeType="afterEffect">
                                  <p:stCondLst>
                                    <p:cond delay="0"/>
                                  </p:stCondLst>
                                  <p:iterate type="lt">
                                    <p:tmPct val="10000"/>
                                  </p:iterate>
                                  <p:childTnLst>
                                    <p:set>
                                      <p:cBhvr>
                                        <p:cTn id="10" dur="1" fill="hold">
                                          <p:stCondLst>
                                            <p:cond delay="0"/>
                                          </p:stCondLst>
                                        </p:cTn>
                                        <p:tgtEl>
                                          <p:spTgt spid="4">
                                            <p:txEl>
                                              <p:pRg st="2" end="2"/>
                                            </p:txEl>
                                          </p:spTgt>
                                        </p:tgtEl>
                                        <p:attrNameLst>
                                          <p:attrName>style.visibility</p:attrName>
                                        </p:attrNameLst>
                                      </p:cBhvr>
                                      <p:to>
                                        <p:strVal val="visible"/>
                                      </p:to>
                                    </p:set>
                                    <p:animEffect transition="in" filter="wipe(left)">
                                      <p:cBhvr>
                                        <p:cTn id="11" dur="500"/>
                                        <p:tgtEl>
                                          <p:spTgt spid="4">
                                            <p:txEl>
                                              <p:pRg st="2" end="2"/>
                                            </p:txEl>
                                          </p:spTgt>
                                        </p:tgtEl>
                                      </p:cBhvr>
                                    </p:animEffect>
                                  </p:childTnLst>
                                </p:cTn>
                              </p:par>
                            </p:childTnLst>
                          </p:cTn>
                        </p:par>
                        <p:par>
                          <p:cTn id="12" fill="hold">
                            <p:stCondLst>
                              <p:cond delay="10150"/>
                            </p:stCondLst>
                            <p:childTnLst>
                              <p:par>
                                <p:cTn id="13" presetID="22" presetClass="entr" presetSubtype="8" fill="hold" nodeType="afterEffect">
                                  <p:stCondLst>
                                    <p:cond delay="0"/>
                                  </p:stCondLst>
                                  <p:iterate type="lt">
                                    <p:tmPct val="10000"/>
                                  </p:iterate>
                                  <p:childTnLst>
                                    <p:set>
                                      <p:cBhvr>
                                        <p:cTn id="14" dur="1" fill="hold">
                                          <p:stCondLst>
                                            <p:cond delay="0"/>
                                          </p:stCondLst>
                                        </p:cTn>
                                        <p:tgtEl>
                                          <p:spTgt spid="4">
                                            <p:txEl>
                                              <p:pRg st="3" end="3"/>
                                            </p:txEl>
                                          </p:spTgt>
                                        </p:tgtEl>
                                        <p:attrNameLst>
                                          <p:attrName>style.visibility</p:attrName>
                                        </p:attrNameLst>
                                      </p:cBhvr>
                                      <p:to>
                                        <p:strVal val="visible"/>
                                      </p:to>
                                    </p:set>
                                    <p:animEffect transition="in" filter="wipe(left)">
                                      <p:cBhvr>
                                        <p:cTn id="15"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25ED4-D57A-F541-1615-67D7F9F450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028956-AD8F-FBE3-DF15-387A1AEDF066}"/>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4" name="TextBox 3">
            <a:extLst>
              <a:ext uri="{FF2B5EF4-FFF2-40B4-BE49-F238E27FC236}">
                <a16:creationId xmlns:a16="http://schemas.microsoft.com/office/drawing/2014/main" id="{913CD9A1-EDA6-F2AE-7AB2-49C7439B371D}"/>
              </a:ext>
            </a:extLst>
          </p:cNvPr>
          <p:cNvSpPr txBox="1"/>
          <p:nvPr/>
        </p:nvSpPr>
        <p:spPr>
          <a:xfrm>
            <a:off x="689549" y="809230"/>
            <a:ext cx="11272602" cy="1286891"/>
          </a:xfrm>
          <a:prstGeom prst="rect">
            <a:avLst/>
          </a:prstGeom>
          <a:noFill/>
        </p:spPr>
        <p:txBody>
          <a:bodyPr wrap="square">
            <a:spAutoFit/>
          </a:bodyPr>
          <a:lstStyle/>
          <a:p>
            <a:pPr algn="just">
              <a:lnSpc>
                <a:spcPct val="150000"/>
              </a:lnSpc>
            </a:pPr>
            <a:r>
              <a:rPr lang="en-US" dirty="0">
                <a:latin typeface="Lato" panose="020F0502020204030203" pitchFamily="34" charset="0"/>
                <a:ea typeface="Lato" panose="020F0502020204030203" pitchFamily="34" charset="0"/>
                <a:cs typeface="Lato" panose="020F0502020204030203" pitchFamily="34" charset="0"/>
              </a:rPr>
              <a:t>we can easily convert signal strength measurements into its absolute power. This is particularly useful in the field of telecommunication, where signal strength measurements are commonly used to assess the performance and quality of radio links and communication systems.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1FF8CE8-5DC6-23EC-170B-ACF14B771337}"/>
                  </a:ext>
                </a:extLst>
              </p:cNvPr>
              <p:cNvSpPr txBox="1"/>
              <p:nvPr/>
            </p:nvSpPr>
            <p:spPr>
              <a:xfrm>
                <a:off x="1778306" y="2369160"/>
                <a:ext cx="8245642" cy="16137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400" i="1"/>
                        <m:t>𝑑𝐵𝑚</m:t>
                      </m:r>
                      <m:r>
                        <a:rPr lang="en-US" sz="4400" i="1"/>
                        <m:t> = 30+ 20</m:t>
                      </m:r>
                      <m:func>
                        <m:funcPr>
                          <m:ctrlPr>
                            <a:rPr lang="en-US" sz="4400" i="1"/>
                          </m:ctrlPr>
                        </m:funcPr>
                        <m:fName>
                          <m:r>
                            <a:rPr lang="en-US" sz="4400" i="1"/>
                            <m:t>𝑙𝑜𝑔</m:t>
                          </m:r>
                        </m:fName>
                        <m:e>
                          <m:d>
                            <m:dPr>
                              <m:ctrlPr>
                                <a:rPr lang="en-US" sz="4400" i="1"/>
                              </m:ctrlPr>
                            </m:dPr>
                            <m:e>
                              <m:f>
                                <m:fPr>
                                  <m:ctrlPr>
                                    <a:rPr lang="en-US" sz="4400" i="1"/>
                                  </m:ctrlPr>
                                </m:fPr>
                                <m:num>
                                  <m:sSub>
                                    <m:sSubPr>
                                      <m:ctrlPr>
                                        <a:rPr lang="en-US" sz="4400" i="1"/>
                                      </m:ctrlPr>
                                    </m:sSubPr>
                                    <m:e>
                                      <m:r>
                                        <a:rPr lang="en-US" sz="4400" i="1"/>
                                        <m:t>𝑉</m:t>
                                      </m:r>
                                    </m:e>
                                    <m:sub>
                                      <m:r>
                                        <a:rPr lang="en-US" sz="4400" i="1"/>
                                        <m:t>𝑟𝑚𝑠</m:t>
                                      </m:r>
                                    </m:sub>
                                  </m:sSub>
                                </m:num>
                                <m:den>
                                  <m:rad>
                                    <m:radPr>
                                      <m:degHide m:val="on"/>
                                      <m:ctrlPr>
                                        <a:rPr lang="en-US" sz="4400" i="1"/>
                                      </m:ctrlPr>
                                    </m:radPr>
                                    <m:deg/>
                                    <m:e>
                                      <m:sSub>
                                        <m:sSubPr>
                                          <m:ctrlPr>
                                            <a:rPr lang="en-US" sz="4400" i="1"/>
                                          </m:ctrlPr>
                                        </m:sSubPr>
                                        <m:e>
                                          <m:r>
                                            <a:rPr lang="en-US" sz="4400" i="1"/>
                                            <m:t>𝑧</m:t>
                                          </m:r>
                                        </m:e>
                                        <m:sub>
                                          <m:r>
                                            <a:rPr lang="en-US" sz="4400" i="1"/>
                                            <m:t>0</m:t>
                                          </m:r>
                                        </m:sub>
                                      </m:sSub>
                                    </m:e>
                                  </m:rad>
                                </m:den>
                              </m:f>
                            </m:e>
                          </m:d>
                        </m:e>
                      </m:func>
                    </m:oMath>
                  </m:oMathPara>
                </a14:m>
                <a:endParaRPr lang="en-US" sz="4400" dirty="0"/>
              </a:p>
            </p:txBody>
          </p:sp>
        </mc:Choice>
        <mc:Fallback>
          <p:sp>
            <p:nvSpPr>
              <p:cNvPr id="3" name="TextBox 2">
                <a:extLst>
                  <a:ext uri="{FF2B5EF4-FFF2-40B4-BE49-F238E27FC236}">
                    <a16:creationId xmlns:a16="http://schemas.microsoft.com/office/drawing/2014/main" id="{01FF8CE8-5DC6-23EC-170B-ACF14B771337}"/>
                  </a:ext>
                </a:extLst>
              </p:cNvPr>
              <p:cNvSpPr txBox="1">
                <a:spLocks noRot="1" noChangeAspect="1" noMove="1" noResize="1" noEditPoints="1" noAdjustHandles="1" noChangeArrowheads="1" noChangeShapeType="1" noTextEdit="1"/>
              </p:cNvSpPr>
              <p:nvPr/>
            </p:nvSpPr>
            <p:spPr>
              <a:xfrm>
                <a:off x="1778306" y="2369160"/>
                <a:ext cx="8245642" cy="1613711"/>
              </a:xfrm>
              <a:prstGeom prst="rect">
                <a:avLst/>
              </a:prstGeom>
              <a:blipFill>
                <a:blip r:embed="rId2"/>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0783D213-EBA0-7064-A8DB-F03331086683}"/>
              </a:ext>
            </a:extLst>
          </p:cNvPr>
          <p:cNvSpPr txBox="1"/>
          <p:nvPr/>
        </p:nvSpPr>
        <p:spPr>
          <a:xfrm>
            <a:off x="689549" y="4394378"/>
            <a:ext cx="11272602" cy="868636"/>
          </a:xfrm>
          <a:prstGeom prst="rect">
            <a:avLst/>
          </a:prstGeom>
          <a:noFill/>
        </p:spPr>
        <p:txBody>
          <a:bodyPr wrap="square">
            <a:spAutoFit/>
          </a:bodyPr>
          <a:lstStyle/>
          <a:p>
            <a:pPr algn="just">
              <a:lnSpc>
                <a:spcPct val="150000"/>
              </a:lnSpc>
            </a:pPr>
            <a:r>
              <a:rPr lang="en-US" dirty="0" err="1">
                <a:latin typeface="Lato" panose="020F0502020204030203" pitchFamily="34" charset="0"/>
                <a:ea typeface="Lato" panose="020F0502020204030203" pitchFamily="34" charset="0"/>
                <a:cs typeface="Lato" panose="020F0502020204030203" pitchFamily="34" charset="0"/>
              </a:rPr>
              <a:t>Vrms</a:t>
            </a:r>
            <a:r>
              <a:rPr lang="en-US" dirty="0">
                <a:latin typeface="Lato" panose="020F0502020204030203" pitchFamily="34" charset="0"/>
                <a:ea typeface="Lato" panose="020F0502020204030203" pitchFamily="34" charset="0"/>
                <a:cs typeface="Lato" panose="020F0502020204030203" pitchFamily="34" charset="0"/>
              </a:rPr>
              <a:t>  </a:t>
            </a:r>
          </a:p>
          <a:p>
            <a:pPr algn="just">
              <a:lnSpc>
                <a:spcPct val="150000"/>
              </a:lnSpc>
            </a:pPr>
            <a:r>
              <a:rPr lang="en-US" dirty="0">
                <a:latin typeface="Lato" panose="020F0502020204030203" pitchFamily="34" charset="0"/>
                <a:ea typeface="Lato" panose="020F0502020204030203" pitchFamily="34" charset="0"/>
                <a:cs typeface="Lato" panose="020F0502020204030203" pitchFamily="34" charset="0"/>
              </a:rPr>
              <a:t>Zo</a:t>
            </a:r>
          </a:p>
        </p:txBody>
      </p:sp>
    </p:spTree>
    <p:extLst>
      <p:ext uri="{BB962C8B-B14F-4D97-AF65-F5344CB8AC3E}">
        <p14:creationId xmlns:p14="http://schemas.microsoft.com/office/powerpoint/2010/main" val="167498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iterate type="lt">
                                    <p:tmPct val="1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par>
                          <p:cTn id="8" fill="hold">
                            <p:stCondLst>
                              <p:cond delay="1210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iterate type="lt">
                                    <p:tmPct val="10000"/>
                                  </p:iterate>
                                  <p:childTnLst>
                                    <p:set>
                                      <p:cBhvr>
                                        <p:cTn id="15" dur="1" fill="hold">
                                          <p:stCondLst>
                                            <p:cond delay="0"/>
                                          </p:stCondLst>
                                        </p:cTn>
                                        <p:tgtEl>
                                          <p:spTgt spid="5">
                                            <p:txEl>
                                              <p:pRg st="0" end="0"/>
                                            </p:txEl>
                                          </p:spTgt>
                                        </p:tgtEl>
                                        <p:attrNameLst>
                                          <p:attrName>style.visibility</p:attrName>
                                        </p:attrNameLst>
                                      </p:cBhvr>
                                      <p:to>
                                        <p:strVal val="visible"/>
                                      </p:to>
                                    </p:set>
                                    <p:animEffect transition="in" filter="wipe(left)">
                                      <p:cBhvr>
                                        <p:cTn id="16" dur="500"/>
                                        <p:tgtEl>
                                          <p:spTgt spid="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iterate type="lt">
                                    <p:tmPct val="10000"/>
                                  </p:iterate>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123</Words>
  <Application>Microsoft Office PowerPoint</Application>
  <PresentationFormat>Widescreen</PresentationFormat>
  <Paragraphs>13</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Berlin Sans FB</vt:lpstr>
      <vt:lpstr>Calibri</vt:lpstr>
      <vt:lpstr>Calibri Light</vt:lpstr>
      <vt:lpstr>Cambria</vt:lpstr>
      <vt:lpstr>Lato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Malius M B</dc:creator>
  <cp:lastModifiedBy>Malius M B</cp:lastModifiedBy>
  <cp:revision>4</cp:revision>
  <dcterms:created xsi:type="dcterms:W3CDTF">2025-07-29T10:18:40Z</dcterms:created>
  <dcterms:modified xsi:type="dcterms:W3CDTF">2025-07-29T11:04:24Z</dcterms:modified>
</cp:coreProperties>
</file>