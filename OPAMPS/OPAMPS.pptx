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4" r:id="rId4"/>
    <p:sldId id="265" r:id="rId5"/>
    <p:sldId id="257" r:id="rId6"/>
    <p:sldId id="260" r:id="rId7"/>
    <p:sldId id="261" r:id="rId8"/>
    <p:sldId id="266" r:id="rId9"/>
    <p:sldId id="259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558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6D75-C6FB-5372-4F77-55AA97766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34AC7-96F0-32D1-8563-EDE68A177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D6C8B-17C9-6C1F-FE46-542338FC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73567-C5C5-DE1E-96F3-9A250553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11FEA-968D-5DF3-551D-E22FEED1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31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B479-309E-AC67-B89F-B1DF2FBB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615-E0A4-DEED-650F-EEA899A98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E5DE-1069-FB9D-D806-F11871DE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296C2-CE32-16CE-A01E-462759B2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1475-1DCD-0411-7BE3-5D9E13DA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7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D789-8773-0CAE-F4AF-054D542B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001DE-7882-C191-96A9-9007FD4A8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9A26C-6E3D-76D0-E990-27734427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337A8-C004-81FC-17E5-F538E947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8F18-5AFD-E9E8-C677-63A5DE46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3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8B0D-C88B-1A9B-F373-C2D3C5D2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1A06E-3B9E-F4B8-F176-488526A4E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DBBEC-31E7-398B-C80B-60AF950F2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B28D-5555-D2BF-A10B-2E46CA52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09C36-180C-1E53-E38F-389BF108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A39D0-A593-E8B8-2171-DEF9D42E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6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4AED-D1DC-C941-C193-E5A9B3F0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D0E52-7E06-A7B8-9430-4975B06DB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411BC-4FB9-02E1-FC40-7E6D8575E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015CF-5546-D232-4287-EEF23F7EE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E11D1-FFDB-CE63-D507-3B27BDD77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12993-E3CE-D286-C4A6-F0E1C1D9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3A7FC-42C7-77DE-16B4-EE81F17A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FED1C-EB64-2A94-5E97-A93F5A13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5A94-B76C-5391-D38B-216F04BA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4EAB7-28F3-CC44-ED09-54F67BA8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B6072-3492-7AC6-4F85-698A5465F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7AF7C-05F4-FBD6-7AB0-ADC2CB5E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4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A293D-739C-A495-C3F3-CE3135E0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FB13F-BBF5-4BC5-7774-EE725C8B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D2DF-2819-3338-B6ED-D392550F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3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6CD2-EE24-18AD-3B9C-6962CF43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6AF0-1AE0-428E-D5CB-B807A8732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15744-1CDF-9F11-7B11-F4E17154D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F2F17-6DA6-7774-C967-F93CEF89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C86DB-58E6-BCB3-D290-9F463801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2F6A6-FE77-4215-1BB4-39CEC71F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5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1B06-3514-767D-1231-CA0DD3F31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A317E5-148D-77CC-AAAD-59B22B426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38514-F3A3-9133-A56C-92B7CF7DC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D7C44-C919-47DB-8EC3-1BD7DD3E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0F41C-A33F-7787-D294-3908341A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B980D-502B-AF17-34B5-2180256E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5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9988-25C5-E819-876F-27435B3D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58D22-7B8E-67B7-FE07-A4F5E2DD5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22180-2711-B637-3716-ACE4B57F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5464C-50B6-2C7B-8FB5-0CD0B1E4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06CA-D8EF-17FA-A326-BA3A7A56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0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6C499-91F4-17CC-B84A-E7BCC70CB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95743-400E-79D2-6A8D-1EC0DEAD7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59208-C56E-B868-325D-AC6336EC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81C1-0F97-0273-03CA-3B0C51BF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A1D0-CC83-5B1E-214C-4091F7EA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3E2E2-AD1D-DA81-0147-BC4AED50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308AE-8E48-06DE-563F-A8D142BA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A542-4B52-49FB-17C6-8DBEFC5E9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93BB8-F4F4-465B-A20B-CC8F543E033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08F91-954B-9F7C-043C-12AD8EE22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C53CD-180D-EE45-E8C0-7AE9AD84F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0548F-E751-4C44-AF5A-5C0690441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2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97CCF9-2312-4CDE-D76E-F38737DFC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641" y="441341"/>
            <a:ext cx="6888444" cy="4299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13AA5-7BA4-6099-E6BF-5C43919AA8E2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6BA48-7499-B845-1D6E-CBE3185D851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</p:spTree>
    <p:extLst>
      <p:ext uri="{BB962C8B-B14F-4D97-AF65-F5344CB8AC3E}">
        <p14:creationId xmlns:p14="http://schemas.microsoft.com/office/powerpoint/2010/main" val="284183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42CE-B59C-9BC5-988C-75F8C723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64A9F4-D358-3509-3A1B-E8483B2E7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4" r="15836"/>
          <a:stretch/>
        </p:blipFill>
        <p:spPr>
          <a:xfrm>
            <a:off x="240632" y="441341"/>
            <a:ext cx="4892842" cy="4299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3E77B3-B37B-3B11-CCF3-42FA26EDA0F6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16119-297C-FB8E-7506-79F37727C5F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2AA09-B066-CC8D-75C5-3F6C1F4840DE}"/>
              </a:ext>
            </a:extLst>
          </p:cNvPr>
          <p:cNvSpPr txBox="1"/>
          <p:nvPr/>
        </p:nvSpPr>
        <p:spPr>
          <a:xfrm>
            <a:off x="8021053" y="2951747"/>
            <a:ext cx="187423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Berlin Sans FB" panose="020E0602020502020306" pitchFamily="34" charset="0"/>
              </a:rPr>
              <a:t>Data given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Q1 &amp; Q2 are NPN</a:t>
            </a:r>
          </a:p>
          <a:p>
            <a:r>
              <a:rPr lang="en-US" dirty="0">
                <a:latin typeface="Berlin Sans FB" panose="020E0602020502020306" pitchFamily="34" charset="0"/>
              </a:rPr>
              <a:t> </a:t>
            </a:r>
          </a:p>
          <a:p>
            <a:r>
              <a:rPr lang="en-US" dirty="0">
                <a:latin typeface="Berlin Sans FB" panose="020E0602020502020306" pitchFamily="34" charset="0"/>
              </a:rPr>
              <a:t>VCC = 9V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RC =3.9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RE = 3.3k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VEE = -9</a:t>
            </a:r>
          </a:p>
        </p:txBody>
      </p:sp>
    </p:spTree>
    <p:extLst>
      <p:ext uri="{BB962C8B-B14F-4D97-AF65-F5344CB8AC3E}">
        <p14:creationId xmlns:p14="http://schemas.microsoft.com/office/powerpoint/2010/main" val="2486034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76C5-537C-ABFB-B8DC-211AA40A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613FC1-D9FE-1640-15D8-559F65C4FC25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3DEA2-60AA-5748-F997-5374516BBA8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CC4BBF-74C1-F776-A1D4-BE20C2A3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61" y="-9557"/>
            <a:ext cx="7129277" cy="4717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6FFB8D-AC8C-FACE-8721-E170905F01E4}"/>
                  </a:ext>
                </a:extLst>
              </p:cNvPr>
              <p:cNvSpPr txBox="1"/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6FFB8D-AC8C-FACE-8721-E170905F0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>
            <a:extLst>
              <a:ext uri="{FF2B5EF4-FFF2-40B4-BE49-F238E27FC236}">
                <a16:creationId xmlns:a16="http://schemas.microsoft.com/office/drawing/2014/main" id="{73BB0F30-14E3-EF60-C2E9-9B452C99C471}"/>
              </a:ext>
            </a:extLst>
          </p:cNvPr>
          <p:cNvSpPr/>
          <p:nvPr/>
        </p:nvSpPr>
        <p:spPr>
          <a:xfrm>
            <a:off x="3882452" y="747948"/>
            <a:ext cx="597765" cy="122320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7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9AD8-B515-F3D1-7803-D216DE1D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BCE585-DAB6-E324-7F57-EDE1D48DD5A4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53FC8-ECDC-D2CB-14F9-1875D42F7C1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473CE4-8F38-F28F-36E6-CB7FAC5DB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61" y="-9557"/>
            <a:ext cx="7129277" cy="4717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3E47EA-9641-881D-2614-F2E33EEF66B7}"/>
                  </a:ext>
                </a:extLst>
              </p:cNvPr>
              <p:cNvSpPr txBox="1"/>
              <p:nvPr/>
            </p:nvSpPr>
            <p:spPr>
              <a:xfrm>
                <a:off x="5468616" y="4467842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3E47EA-9641-881D-2614-F2E33EEF6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616" y="4467842"/>
                <a:ext cx="61234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AAB82-B255-5F01-2FC5-93BFCE81765D}"/>
                  </a:ext>
                </a:extLst>
              </p:cNvPr>
              <p:cNvSpPr txBox="1"/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AAB82-B255-5F01-2FC5-93BFCE817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566C47-8AEA-B11D-50F7-A1D3BAA45C72}"/>
                  </a:ext>
                </a:extLst>
              </p:cNvPr>
              <p:cNvSpPr txBox="1"/>
              <p:nvPr/>
            </p:nvSpPr>
            <p:spPr>
              <a:xfrm>
                <a:off x="6916012" y="3640028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566C47-8AEA-B11D-50F7-A1D3BAA4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012" y="3640028"/>
                <a:ext cx="6123482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683D9856-14DD-A86D-4EA3-D59DA5A61A84}"/>
              </a:ext>
            </a:extLst>
          </p:cNvPr>
          <p:cNvSpPr/>
          <p:nvPr/>
        </p:nvSpPr>
        <p:spPr>
          <a:xfrm>
            <a:off x="6535712" y="3137140"/>
            <a:ext cx="380300" cy="152899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3AD1F5C-BCED-849C-5729-E70876D27512}"/>
              </a:ext>
            </a:extLst>
          </p:cNvPr>
          <p:cNvSpPr/>
          <p:nvPr/>
        </p:nvSpPr>
        <p:spPr>
          <a:xfrm>
            <a:off x="3882452" y="747948"/>
            <a:ext cx="597765" cy="122320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8AFC-F88D-2A4C-A6AE-46BA483C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D1E8FFD-E31A-4214-54D7-4F3F5945B7E4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39B199-5834-B834-46B1-9127DD6E1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024E3D5-8EF3-74F5-A779-088E1A23AA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3071801-14E8-97D4-58C0-203634E63D7E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CD23-FE2A-073E-55C5-F506180CDB44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0E0429-9BB1-D0FD-F452-2C90FE993EC5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5989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0E0429-9BB1-D0FD-F452-2C90FE993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59892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F6A37-F341-BEBF-12CD-6997796D19A9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F6A37-F341-BEBF-12CD-6997796D1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13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3EFF-08C2-48F8-82F1-3DBDA509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DDE20E6-38EF-A60D-3164-7F219FA07D78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FB9228-CD4A-6151-0C1B-768B52900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8298B9A-CB64-414B-3867-C1F4E64290B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1FA3B3E-FBBF-E842-DB9A-30FC9992E57D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3C626-E894-7CFA-4786-2CAB31C99A33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8F7EF-02EC-038D-ECD7-67F994E471ED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685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8F7EF-02EC-038D-ECD7-67F994E4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6851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F30B2E-1BC0-D413-8C6F-C42B723D08BE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F30B2E-1BC0-D413-8C6F-C42B723D0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60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5D26-CAC4-5C75-C332-CAEE3AD2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88AE0A2-ACA2-0333-3AEC-1649AFE82B8D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7FA098-EC4F-8094-61E4-BC40A7B6A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918A40F-B020-79D6-08B1-EB18B0AD724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B2C75B0-72DA-9E97-6340-FA3505F1E136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5F050-BC3E-AA0F-4079-96B7CCBAB1A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D73003-2EF4-7F5E-B95B-F98F11C1715F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8935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8.3</m:t>
                        </m:r>
                      </m:num>
                      <m:den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3.3</m:t>
                        </m:r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2.5mA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D73003-2EF4-7F5E-B95B-F98F11C17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8935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D12590-9663-298C-4AC3-BA187ECD7BAD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D12590-9663-298C-4AC3-BA187ECD7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6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10FD-E395-924E-3B10-1941F6B9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2B2588-80EE-C4FD-E290-80936A2001A9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CE5D0-86E8-36E5-168A-45BA693ED16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DC939F-8066-0EE1-D2A0-25328681C32D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061E6C-5740-C5CD-E2E9-6956DF37C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02F5AE50-D78A-B6E9-8DBD-480C075FA4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9ECA8A-1149-3E8C-1E69-63ACCC797DAB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4634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9ECA8A-1149-3E8C-1E69-63ACCC797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46347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66F8EF-4BC4-C841-D448-0BA94DEBD77B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66F8EF-4BC4-C841-D448-0BA94DEB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08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4354-92A9-ECD7-2B82-219EF4F7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CC8EAA-8BD2-D7CD-A094-BC398A43B950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537FE-087E-A15E-6F6E-F69D7E53A88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624744-F2CC-0352-3DD4-7F3DA80B8978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3C72F8-0D1F-C8C1-8787-913A3DA53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D76D11C0-F87F-AEE4-B490-DCCBFE63E5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83070A-1BF6-5D79-C044-8A548057AAEC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4265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83070A-1BF6-5D79-C044-8A548057A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4265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7A7B9-9FEB-F99D-F850-4EACF2874A79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7A7B9-9FEB-F99D-F850-4EACF2874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348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B4ED-ABE9-A808-187A-35102712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7D9BDE-8C68-103A-3EB1-17818C00F7CF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7F5C4-1064-B81A-F020-4768FB85612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49A8A6-8E5E-8ED8-A48A-1E160BF7A197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27304E-FD38-59F0-5ACC-D2571EBC8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7379E976-77CC-4632-66FF-00D6229191A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5A0BE-53C6-2639-A3F8-6E9A900A6550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6358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5A0BE-53C6-2639-A3F8-6E9A900A6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6358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71B119-B26C-BADD-1D1A-8C9A6CA99C48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71B119-B26C-BADD-1D1A-8C9A6CA99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34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8322-D48D-6136-6254-5AC3F256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56E6C3-CD06-D1A3-4CDE-2D8DB7DCFB5B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47F09-FA88-C144-9353-03FDC6F2699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4414B6-17A5-1939-FB8E-64D3EDFA9007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55D2AD-10AD-9644-1789-0EA788412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75797EED-B8B2-EEC1-20EC-1B36A40D41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1027BE-DB32-8CE5-8CE0-98A108404B4A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8081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1.25 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3.9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latin typeface="Berlin Sans FB" panose="020E0602020502020306" pitchFamily="34" charset="0"/>
                  </a:rPr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Berlin Sans FB" panose="020E0602020502020306" pitchFamily="34" charset="0"/>
                      </a:rPr>
                      <m:t>4.125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Berlin Sans FB" panose="020E0602020502020306" pitchFamily="34" charset="0"/>
                      </a:rPr>
                      <m:t>V</m:t>
                    </m:r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1027BE-DB32-8CE5-8CE0-98A108404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8081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744447-A007-DE99-C38F-D8AB1CCE04BA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744447-A007-DE99-C38F-D8AB1CCE0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02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313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Berlin Sans FB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9</cp:revision>
  <dcterms:created xsi:type="dcterms:W3CDTF">2025-03-10T03:37:08Z</dcterms:created>
  <dcterms:modified xsi:type="dcterms:W3CDTF">2025-04-01T02:47:22Z</dcterms:modified>
</cp:coreProperties>
</file>