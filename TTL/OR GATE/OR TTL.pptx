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60" r:id="rId3"/>
    <p:sldId id="274" r:id="rId4"/>
    <p:sldId id="275" r:id="rId5"/>
    <p:sldId id="271" r:id="rId6"/>
    <p:sldId id="276" r:id="rId7"/>
    <p:sldId id="269" r:id="rId8"/>
    <p:sldId id="277" r:id="rId9"/>
    <p:sldId id="272" r:id="rId10"/>
    <p:sldId id="27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8" d="100"/>
          <a:sy n="68" d="100"/>
        </p:scale>
        <p:origin x="792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190B2-7A9C-4DAC-A02D-C9262B89C75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59666-FF99-4494-91CC-4BE7B3756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51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5AC6-5765-4CAE-AFC8-2FA73D4C09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39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BB747-67E7-AD56-219D-47C9E4C9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DDFE8-0118-7B28-A8EB-46DAD35D7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B3629-16F2-0D82-269B-7453B9D28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826D8-E56B-7577-0DA1-5877EDC9F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5AC6-5765-4CAE-AFC8-2FA73D4C09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44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2C78-79DA-F50E-1071-5401176A2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C97D3-7D00-D399-9546-A561532D2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6CEA2-28F7-8E68-4848-26D958E2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6300F-044E-19AC-4F24-5FBEB60D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D55F5-9895-ABD9-6955-617185BF3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6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F07F5-4FDF-1795-5B1A-413FEEFDE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3ABBD-4A88-7BCF-99B0-201FC48A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F49FC-67FD-F365-61F2-ABBE9BF2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111DC-369A-BD0F-E7E7-C3B2AE52C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5C2F9-D004-26F1-96B6-4656034C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69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A4C3-FF46-229A-1649-1BA939E1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4028C-51B0-8FB7-E2E1-947F27655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4AA77-0360-C018-3C37-56EF3F49C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0725-BF13-E085-C0C7-B46BCD14A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BA1BE-3A13-E991-F631-56E88AA4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7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7A32-EC08-5A68-1ADE-C5D27CBC5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EA5A7-D1D6-AFAE-F5C6-F54CD9BDD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A5ED9-19CF-19F7-BE68-01BA9AA58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BE58F-0924-19F3-CF66-14998B414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0EFA5-749C-8E00-A804-E9B0F830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CB1BE-C929-5683-493C-7D802A43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2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75E0-A7EC-1B8D-B2BB-338435D44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780AF-B9FD-7F10-5970-E8B209424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13A03-4D43-832E-F721-67CA86B18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5556B7-7413-8A60-B59A-FAB017F8C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386AE-BCAE-51A7-F0B4-31389F219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CF583-2D7B-4102-1721-BFA19B403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CF9B0D-0500-AF6F-B0C5-F05E7766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DBD58-C4A9-B99F-6199-0075F2AC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2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D68A-2142-5991-8B30-92E7A34B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175D5-B1E3-874D-D683-ED78779C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4262E-86BD-2A01-8F84-282C8B90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66EB4-3415-54C3-56BD-A9757306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0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E0F6D-2892-6995-7BD6-28E39D2E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0ACBA-7EB4-77C0-34D4-97A59495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E4713-6704-FA91-8D80-4CDEE3E0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0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67AA-FEA4-F72D-8226-BC1962E6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7409-E3B0-C658-40F1-A0D0E594B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E07DB-AD25-8080-DAAD-A8FD1CBC5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7275E-A87F-C628-06DD-7AD7C2D2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9EF8F-4BB2-A9A4-7A13-2D6ED36B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B65B8-B670-AF78-8023-32286EB7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6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E59D-8822-EC4D-1B04-FB30C720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327908-297E-9F70-92B4-6BEC88BFA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F928C-EAEE-29CA-9C53-22D2D957F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9E50D-E0A9-7054-BB9B-47390DDE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81D19-BF63-1A26-F59F-B8A7EB749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C56E7-2590-0430-8AF3-64B64C17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1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775B-C39C-965A-B118-856932419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4A8D5-EB02-E190-79BC-FDD2658EE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CAEE6-6C28-A9E9-B28F-3A5DC7489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99E48-BAA9-AA2C-D784-5122498BB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4AD0-67CA-114D-224F-D4D4A124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5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F7524-0252-4DE0-9CA7-37658ACC3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48D84-E5A7-3AF5-1495-EE5B5EC93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D0E0B-9869-8B1E-C0D4-43528601F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0E758-7884-DD13-2C39-0B858AE1C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1F5CF-F71A-202E-C3AD-17AA3022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79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9D1666-85C7-AB9D-1739-29FF2977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E9F2D-7602-0528-7F94-BFEE96080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1F926-F73A-3EF1-D7B9-C5F6B8947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2FF79-FF33-48C1-9348-0D4F15BD4EB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D900E-E16A-833A-8DE8-083728240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C207D-ADE5-02EB-F99A-647B5C855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DAE0D-87BD-4CEF-BBC2-23F664B1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66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FDFC0-BD82-84EC-1F03-B5AB9482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065B62-70EE-6DDF-42DF-DE0A9B210CE2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60911-BECA-851C-632E-FFE93C7E4F3E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F3B1D-37F4-57EC-AC4C-D886C6661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2" r="17632"/>
          <a:stretch/>
        </p:blipFill>
        <p:spPr>
          <a:xfrm>
            <a:off x="7096891" y="3533926"/>
            <a:ext cx="1217060" cy="2226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AC1481-46C4-F68D-9756-0CC922311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69170" y="1018048"/>
            <a:ext cx="1950794" cy="1624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E5E507-FC02-EBE1-C393-49B8E1701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4" t="21357" r="22826" b="29462"/>
          <a:stretch/>
        </p:blipFill>
        <p:spPr>
          <a:xfrm>
            <a:off x="9845354" y="3578952"/>
            <a:ext cx="1853385" cy="2259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77ECBE-01D9-BB48-0E62-859B9D50F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r="17722"/>
          <a:stretch/>
        </p:blipFill>
        <p:spPr>
          <a:xfrm>
            <a:off x="5947568" y="1721725"/>
            <a:ext cx="1193968" cy="2226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C92FA7-245D-300B-E750-BAE53085BB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r="22425" b="8348"/>
          <a:stretch/>
        </p:blipFill>
        <p:spPr>
          <a:xfrm>
            <a:off x="3446168" y="2195666"/>
            <a:ext cx="763668" cy="933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13C306-00E6-BDDF-E0AB-961A0A312A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r="22425" b="8348"/>
          <a:stretch/>
        </p:blipFill>
        <p:spPr>
          <a:xfrm>
            <a:off x="4457617" y="2184231"/>
            <a:ext cx="763668" cy="933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224AD8-2B89-1306-262F-9CF84D8906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1" b="36590"/>
          <a:stretch/>
        </p:blipFill>
        <p:spPr>
          <a:xfrm rot="5400000" flipV="1">
            <a:off x="4201832" y="3948403"/>
            <a:ext cx="1075964" cy="127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A47E6B-51A4-0802-0281-7A6C550C56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1" b="36590"/>
          <a:stretch/>
        </p:blipFill>
        <p:spPr>
          <a:xfrm rot="5400000" flipV="1">
            <a:off x="3180279" y="3949360"/>
            <a:ext cx="1075964" cy="127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06D7E2-4ED8-61C5-1C81-5C8E8D91DA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1" b="36590"/>
          <a:stretch/>
        </p:blipFill>
        <p:spPr>
          <a:xfrm rot="5400000" flipV="1">
            <a:off x="8720109" y="5992312"/>
            <a:ext cx="842909" cy="1000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E632B-89FC-3927-7B06-E52CE62D33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1" b="36590"/>
          <a:stretch/>
        </p:blipFill>
        <p:spPr>
          <a:xfrm rot="10800000" flipV="1">
            <a:off x="9149729" y="5566361"/>
            <a:ext cx="842909" cy="1000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5ECD3-206F-0DD2-55AB-75B888F2A32D}"/>
              </a:ext>
            </a:extLst>
          </p:cNvPr>
          <p:cNvSpPr txBox="1"/>
          <p:nvPr/>
        </p:nvSpPr>
        <p:spPr>
          <a:xfrm>
            <a:off x="1768372" y="22820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BATTERY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429C7A-57FE-B838-F54D-08EF096723B8}"/>
              </a:ext>
            </a:extLst>
          </p:cNvPr>
          <p:cNvSpPr txBox="1"/>
          <p:nvPr/>
        </p:nvSpPr>
        <p:spPr>
          <a:xfrm>
            <a:off x="3944834" y="2041777"/>
            <a:ext cx="994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SWITCHES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69CD2B-4AF3-B600-40C3-DCB9EA9CA5D2}"/>
              </a:ext>
            </a:extLst>
          </p:cNvPr>
          <p:cNvSpPr txBox="1"/>
          <p:nvPr/>
        </p:nvSpPr>
        <p:spPr>
          <a:xfrm>
            <a:off x="7390463" y="3239747"/>
            <a:ext cx="16962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NPN TRANSISTORS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70ACF1-A966-7FB8-3C2C-8F63A5FC11D3}"/>
              </a:ext>
            </a:extLst>
          </p:cNvPr>
          <p:cNvSpPr txBox="1"/>
          <p:nvPr/>
        </p:nvSpPr>
        <p:spPr>
          <a:xfrm>
            <a:off x="3828002" y="4646937"/>
            <a:ext cx="1016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RESISTORS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DB6DD6-D75B-2278-BE70-BC545993B331}"/>
              </a:ext>
            </a:extLst>
          </p:cNvPr>
          <p:cNvSpPr txBox="1"/>
          <p:nvPr/>
        </p:nvSpPr>
        <p:spPr>
          <a:xfrm>
            <a:off x="8683266" y="5280751"/>
            <a:ext cx="1016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RESISTORS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758660-9E1A-349C-601D-31A46210A551}"/>
              </a:ext>
            </a:extLst>
          </p:cNvPr>
          <p:cNvSpPr txBox="1"/>
          <p:nvPr/>
        </p:nvSpPr>
        <p:spPr>
          <a:xfrm>
            <a:off x="10612111" y="5243673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LED</a:t>
            </a:r>
          </a:p>
        </p:txBody>
      </p:sp>
    </p:spTree>
    <p:extLst>
      <p:ext uri="{BB962C8B-B14F-4D97-AF65-F5344CB8AC3E}">
        <p14:creationId xmlns:p14="http://schemas.microsoft.com/office/powerpoint/2010/main" val="952149293"/>
      </p:ext>
    </p:extLst>
  </p:cSld>
  <p:clrMapOvr>
    <a:masterClrMapping/>
  </p:clrMapOvr>
  <p:transition spd="slow">
    <p:wipe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6393C-3D17-AF11-E4BC-5603C8DA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559118D-A9A3-9221-65E1-C3424317B1C1}"/>
              </a:ext>
            </a:extLst>
          </p:cNvPr>
          <p:cNvGrpSpPr/>
          <p:nvPr/>
        </p:nvGrpSpPr>
        <p:grpSpPr>
          <a:xfrm>
            <a:off x="1105992" y="-133915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E35B141F-526D-0B63-0EDA-1D132DDAF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7C2674D-75D1-1B11-F2FC-37D6A07B4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DC41333-2C8F-4F52-4CB2-50A56663D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FFAFD86-B44A-A090-91FA-638E218B7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DBCA3F7-7E8B-2336-F27E-54CF378D3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ACD276-8E3F-101E-2966-B43ADB06ADD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62425" y="3012409"/>
              <a:ext cx="3017861" cy="207071"/>
            </a:xfrm>
            <a:prstGeom prst="bentConnector3">
              <a:avLst>
                <a:gd name="adj1" fmla="val 9988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5FECE42-AFA7-EF83-04CC-809DCF7BF68C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314693" cy="323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D29262B-E767-2C80-5231-8B36381E5CBC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BF85C9E-4DDB-E926-28A4-E80A5C3C53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588426"/>
              <a:ext cx="2166468" cy="9360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B0C1184-9309-8440-2EA8-63FC5449D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FC0D2CFC-36E7-1C58-0FB7-09232FC1F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88851D3-5590-3EC2-D85E-418434746206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8E7ECD0-9C1F-F4BF-B21C-DD3C44E1036B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800FA05-3F21-F349-1670-14735F4E2817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D6D86D7-B53E-0EC6-2E08-B562AEFE9365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E70C3D9-3BF7-16E3-3B1B-35C5A0BB72EE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ECD5CA6-5DCE-B022-8376-E64E2D01FD40}"/>
                </a:ext>
              </a:extLst>
            </p:cNvPr>
            <p:cNvSpPr/>
            <p:nvPr/>
          </p:nvSpPr>
          <p:spPr>
            <a:xfrm rot="155068">
              <a:off x="7659188" y="482027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0B39477-A954-B5AA-BC37-4B17D65FBC04}"/>
                </a:ext>
              </a:extLst>
            </p:cNvPr>
            <p:cNvSpPr/>
            <p:nvPr/>
          </p:nvSpPr>
          <p:spPr>
            <a:xfrm>
              <a:off x="7806602" y="456658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00EC806-5B67-7669-B3AA-F7F554698A36}"/>
                </a:ext>
              </a:extLst>
            </p:cNvPr>
            <p:cNvSpPr/>
            <p:nvPr/>
          </p:nvSpPr>
          <p:spPr>
            <a:xfrm>
              <a:off x="8035190" y="307065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2C426F5-A26A-8DB1-0E8E-57766C890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5947568" y="1721725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A28ACCE-2AF3-5A8B-505B-4FDB426AC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FBCF91-DD2E-A3A0-18D7-CD138BA4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0C0318-C055-D103-D28C-E3B2B0ECEA26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D863C89-9CAA-28D8-6FDD-B1AA608CB20A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73AE007-0C5F-C0EC-847A-B5F3428B7C55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C39026D-4F20-B850-3E22-BD3A4829C6DF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58494E1-5D37-353F-32AE-93AF2411FCEC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42C8B39-B530-F9F3-77DC-24E9270967CA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ED9FDD6-864B-E119-4E4E-A3DBBCDA1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8E47911-2181-81EC-D0B5-04E3857411C4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3AE413B-657D-1968-C3D7-6B08D6A71E67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04E6655-EE9A-B817-1017-554897FE2FDF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84FA32B-78E1-D91E-0763-12727FF54C8F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E4E79FC9-A28F-5D77-B8C1-67A909FD3FCB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FE27641-6F6E-A29B-C75D-3AE079EC1B59}"/>
                </a:ext>
              </a:extLst>
            </p:cNvPr>
            <p:cNvSpPr/>
            <p:nvPr/>
          </p:nvSpPr>
          <p:spPr>
            <a:xfrm>
              <a:off x="6834673" y="353146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12D309E-2B79-70B1-A510-96B23DD7B87E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36A8FC6-74F3-4B54-94C1-2DB23E875867}"/>
                </a:ext>
              </a:extLst>
            </p:cNvPr>
            <p:cNvSpPr/>
            <p:nvPr/>
          </p:nvSpPr>
          <p:spPr>
            <a:xfrm>
              <a:off x="6748645" y="306211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66" name="Straight Connector 37">
              <a:extLst>
                <a:ext uri="{FF2B5EF4-FFF2-40B4-BE49-F238E27FC236}">
                  <a16:creationId xmlns:a16="http://schemas.microsoft.com/office/drawing/2014/main" id="{72BB8EA1-FD1B-8443-62B2-429F5755C18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713363" y="3857967"/>
              <a:ext cx="1103283" cy="876366"/>
            </a:xfrm>
            <a:prstGeom prst="bentConnector3">
              <a:avLst>
                <a:gd name="adj1" fmla="val -33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6BBBCF1-8313-FCC2-A358-2B85E0ECAFB3}"/>
                </a:ext>
              </a:extLst>
            </p:cNvPr>
            <p:cNvSpPr/>
            <p:nvPr/>
          </p:nvSpPr>
          <p:spPr>
            <a:xfrm>
              <a:off x="6784524" y="372683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0FC7104-8711-ADA5-C9B4-170D12E243FF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00" y="3118184"/>
              <a:ext cx="1279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E895BD2-CB15-AE41-3EC6-E48F21DC0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03CA10A3-0FAA-A3AB-0EE1-CBD86E7FF63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5F60BA6-4199-0CC5-5B6C-039369896A7D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9165BC5-69D1-1EBF-98A7-CEA5CCD7D0A2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7FCC161-4399-E309-33BF-3D7FCDF2D282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F473D74-D9E7-D250-75D5-17BA4FD0BB4B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DE64C1D4-CD72-A20B-ED69-705806DF337A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AD4C3619-6C3B-E7CD-FF69-78F0EEEF600D}"/>
              </a:ext>
            </a:extLst>
          </p:cNvPr>
          <p:cNvSpPr txBox="1"/>
          <p:nvPr/>
        </p:nvSpPr>
        <p:spPr>
          <a:xfrm>
            <a:off x="6117149" y="1600844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77D766F-67BD-4EF0-B891-5FFD720DDACB}"/>
              </a:ext>
            </a:extLst>
          </p:cNvPr>
          <p:cNvSpPr txBox="1"/>
          <p:nvPr/>
        </p:nvSpPr>
        <p:spPr>
          <a:xfrm>
            <a:off x="3160445" y="295177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100EE5D-EB23-F3D6-6D43-A3D2357DF8C7}"/>
              </a:ext>
            </a:extLst>
          </p:cNvPr>
          <p:cNvSpPr txBox="1"/>
          <p:nvPr/>
        </p:nvSpPr>
        <p:spPr>
          <a:xfrm>
            <a:off x="4260290" y="2948529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0357E2-82B4-52CE-6936-8AB6DC488497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76CF66-AAC1-D136-2575-838E401E6925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15C556-B4EE-9A90-FF21-718543761119}"/>
              </a:ext>
            </a:extLst>
          </p:cNvPr>
          <p:cNvSpPr txBox="1"/>
          <p:nvPr/>
        </p:nvSpPr>
        <p:spPr>
          <a:xfrm>
            <a:off x="3784917" y="1045800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1930BF-11E0-FAEB-EF26-789DEBD5FFBB}"/>
              </a:ext>
            </a:extLst>
          </p:cNvPr>
          <p:cNvSpPr txBox="1"/>
          <p:nvPr/>
        </p:nvSpPr>
        <p:spPr>
          <a:xfrm>
            <a:off x="7273514" y="334109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CDC91-08CD-498C-C51C-BCC30513F8DE}"/>
              </a:ext>
            </a:extLst>
          </p:cNvPr>
          <p:cNvSpPr txBox="1"/>
          <p:nvPr/>
        </p:nvSpPr>
        <p:spPr>
          <a:xfrm>
            <a:off x="8645815" y="4914673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58EDB-8524-DA1E-0129-386CD6B96245}"/>
              </a:ext>
            </a:extLst>
          </p:cNvPr>
          <p:cNvSpPr txBox="1"/>
          <p:nvPr/>
        </p:nvSpPr>
        <p:spPr>
          <a:xfrm>
            <a:off x="9232943" y="4258847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</p:spTree>
    <p:extLst>
      <p:ext uri="{BB962C8B-B14F-4D97-AF65-F5344CB8AC3E}">
        <p14:creationId xmlns:p14="http://schemas.microsoft.com/office/powerpoint/2010/main" val="3662233609"/>
      </p:ext>
    </p:extLst>
  </p:cSld>
  <p:clrMapOvr>
    <a:masterClrMapping/>
  </p:clrMapOvr>
  <p:transition spd="slow">
    <p:strips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0978C-113B-E756-40DC-44D29F15F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0A7A2B4-1F94-7EA3-3568-64098349B8F9}"/>
              </a:ext>
            </a:extLst>
          </p:cNvPr>
          <p:cNvGrpSpPr/>
          <p:nvPr/>
        </p:nvGrpSpPr>
        <p:grpSpPr>
          <a:xfrm>
            <a:off x="1232452" y="8547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D03BB416-239C-3C43-C64D-2B2AEB66A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15D3EB-6708-ADB0-19CE-AEC77548B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6E1D3D3-E937-E0CC-61B8-EA851F37B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3D28AC9-936F-8EAC-E700-F994C9842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4F23C0E-F972-20D7-67E6-47EC4CB60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C74D6E-B511-2F11-3B8A-F4E4C94E1F8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62425" y="3012409"/>
              <a:ext cx="3017861" cy="207071"/>
            </a:xfrm>
            <a:prstGeom prst="bentConnector3">
              <a:avLst>
                <a:gd name="adj1" fmla="val 9988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0C78A85-6EB1-EF3D-0B87-F08ED7B4F77E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314693" cy="323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E6F4528-B2B7-161C-40C1-77454BCA5674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6F4464E-532F-6D36-AADF-0AC6C8B28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588426"/>
              <a:ext cx="2166468" cy="9360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4BE6F37-EC16-6B07-C8AF-4010A3C64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DA3E39D-42B0-BDA3-CC1D-5618DB88D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70C113A-E200-39EA-E9E3-48FC8509B501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4643ABF-18AD-9568-1C0B-A0AA6A103B98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4803D89-77A0-623B-46A5-9CBB76525C3E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1A2193E-9EE1-5944-6247-D902F73CD33E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8F6275F-CAB8-39EB-8FA0-E4E55CF6C652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D02BEB4-C9F5-4E7C-43B6-F650D952F0A9}"/>
                </a:ext>
              </a:extLst>
            </p:cNvPr>
            <p:cNvSpPr/>
            <p:nvPr/>
          </p:nvSpPr>
          <p:spPr>
            <a:xfrm rot="155068">
              <a:off x="7659188" y="482027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5631222-1840-A2F6-69DD-18A7586F9704}"/>
                </a:ext>
              </a:extLst>
            </p:cNvPr>
            <p:cNvSpPr/>
            <p:nvPr/>
          </p:nvSpPr>
          <p:spPr>
            <a:xfrm>
              <a:off x="7806602" y="456658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D055519-C3E9-B215-E86D-0EDF30D6939B}"/>
                </a:ext>
              </a:extLst>
            </p:cNvPr>
            <p:cNvSpPr/>
            <p:nvPr/>
          </p:nvSpPr>
          <p:spPr>
            <a:xfrm>
              <a:off x="8035190" y="307065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B8DC977-CA76-5298-D9C9-AEA4CF9B8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5947568" y="1721725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D61B1E-8D8C-BCE2-10E3-88E6EC059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305A29F-4E90-2F8E-067F-5FD8A032C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67CD327-2640-C450-A43B-8ECE7CA91C04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B038CA1-5AA4-5239-EEF4-3E90BF6CBC77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D25341-3F0B-075D-DE6C-70CC963FB8BD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69DD08A-98E5-D510-4A8D-0BEFF28C058E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A66009E-163C-EBBC-064A-26B519D7851A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C001E4C-9669-4F61-4A51-FF56CA8E666C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A61CD5D-4A4B-2CC2-88E0-38052C68F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A4A9162-8A43-1992-8085-21E320C7BB4D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3C9E5DF-3C26-AD2D-C42F-0E3CD44BDDA5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181D8EB-FC40-8224-4F97-516A11093301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D92ED90-846B-D8E1-215C-61FC67E5E0F4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1DF6C4B4-112A-DD24-E19A-444868DFE264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9D8390E-EC17-93EE-1CEA-DCAD0BD60AB8}"/>
                </a:ext>
              </a:extLst>
            </p:cNvPr>
            <p:cNvSpPr/>
            <p:nvPr/>
          </p:nvSpPr>
          <p:spPr>
            <a:xfrm>
              <a:off x="6834673" y="353146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BFFBB23-F795-B09E-E252-E5CC82B7DA3B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0F4E22F-330F-DD84-48F0-1A7396337F13}"/>
                </a:ext>
              </a:extLst>
            </p:cNvPr>
            <p:cNvSpPr/>
            <p:nvPr/>
          </p:nvSpPr>
          <p:spPr>
            <a:xfrm>
              <a:off x="6748645" y="306211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66" name="Straight Connector 37">
              <a:extLst>
                <a:ext uri="{FF2B5EF4-FFF2-40B4-BE49-F238E27FC236}">
                  <a16:creationId xmlns:a16="http://schemas.microsoft.com/office/drawing/2014/main" id="{C42A9FC3-B5F0-30B2-EE85-914F89E68B6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713363" y="3857967"/>
              <a:ext cx="1103283" cy="876366"/>
            </a:xfrm>
            <a:prstGeom prst="bentConnector3">
              <a:avLst>
                <a:gd name="adj1" fmla="val -33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63501E9-2449-C661-61C6-24AA1AFD791D}"/>
                </a:ext>
              </a:extLst>
            </p:cNvPr>
            <p:cNvSpPr/>
            <p:nvPr/>
          </p:nvSpPr>
          <p:spPr>
            <a:xfrm>
              <a:off x="6784524" y="372683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1CADA7C-44F2-F505-8279-CFBFEBF4B006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00" y="3118184"/>
              <a:ext cx="1279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096F0A2-29E1-6109-8C35-71DB0F4BC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D7FA8EBD-70C9-8724-863B-CDB4A444BEB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1A934F6-AE32-B9DC-1189-AACBE60FD6A5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4FB74F3-7083-0E20-B64B-837AF0D0931A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B7A0F67-8402-B9C0-D416-4F755787B4C9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8557731-9DEF-3987-D96E-026569A4F3DC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B6C405B2-DA6F-CA97-1376-B67D3032CF64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1C5D4379-A2BD-E870-B72D-EC46FB459CAE}"/>
              </a:ext>
            </a:extLst>
          </p:cNvPr>
          <p:cNvSpPr txBox="1"/>
          <p:nvPr/>
        </p:nvSpPr>
        <p:spPr>
          <a:xfrm>
            <a:off x="6277066" y="25968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7971E4F-095C-20BC-4AA3-947374C8344B}"/>
              </a:ext>
            </a:extLst>
          </p:cNvPr>
          <p:cNvSpPr txBox="1"/>
          <p:nvPr/>
        </p:nvSpPr>
        <p:spPr>
          <a:xfrm>
            <a:off x="3320362" y="394774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BB8115E-01D9-31A2-E2C8-E70AD6E0E6DA}"/>
              </a:ext>
            </a:extLst>
          </p:cNvPr>
          <p:cNvSpPr txBox="1"/>
          <p:nvPr/>
        </p:nvSpPr>
        <p:spPr>
          <a:xfrm>
            <a:off x="4420207" y="3944506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9B153-F9B7-4C4E-EBEB-A09DDC322204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A15B0B-ED3A-08B0-D629-BC452C3D11BF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2F503BF-282D-E9A7-644A-884880DE8D0C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74417"/>
                  </a:ext>
                </a:extLst>
              </a:tr>
            </a:tbl>
          </a:graphicData>
        </a:graphic>
      </p:graphicFrame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D48566B8-B6A8-9811-18D4-91A30A6490E2}"/>
              </a:ext>
            </a:extLst>
          </p:cNvPr>
          <p:cNvCxnSpPr>
            <a:cxnSpLocks/>
          </p:cNvCxnSpPr>
          <p:nvPr/>
        </p:nvCxnSpPr>
        <p:spPr>
          <a:xfrm>
            <a:off x="3007563" y="1347537"/>
            <a:ext cx="5306388" cy="1249284"/>
          </a:xfrm>
          <a:prstGeom prst="bentConnector3">
            <a:avLst>
              <a:gd name="adj1" fmla="val 99719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6C9F4FB-59A7-A2C1-DCF0-4040970DDE8A}"/>
              </a:ext>
            </a:extLst>
          </p:cNvPr>
          <p:cNvSpPr txBox="1"/>
          <p:nvPr/>
        </p:nvSpPr>
        <p:spPr>
          <a:xfrm>
            <a:off x="3944834" y="2041777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7187B6-9FAB-AF40-42B5-7269F2D591B6}"/>
              </a:ext>
            </a:extLst>
          </p:cNvPr>
          <p:cNvSpPr txBox="1"/>
          <p:nvPr/>
        </p:nvSpPr>
        <p:spPr>
          <a:xfrm>
            <a:off x="7433431" y="433706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A0C60A-DC62-4C8D-9F12-E68BAC866D84}"/>
              </a:ext>
            </a:extLst>
          </p:cNvPr>
          <p:cNvSpPr txBox="1"/>
          <p:nvPr/>
        </p:nvSpPr>
        <p:spPr>
          <a:xfrm>
            <a:off x="3000906" y="2815939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AAB717-1520-4297-1A54-86BF7F385C8A}"/>
              </a:ext>
            </a:extLst>
          </p:cNvPr>
          <p:cNvSpPr txBox="1"/>
          <p:nvPr/>
        </p:nvSpPr>
        <p:spPr>
          <a:xfrm>
            <a:off x="4866046" y="2821842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07187-7C0E-F58A-A11E-8CD2E9ECC3EE}"/>
              </a:ext>
            </a:extLst>
          </p:cNvPr>
          <p:cNvSpPr txBox="1"/>
          <p:nvPr/>
        </p:nvSpPr>
        <p:spPr>
          <a:xfrm>
            <a:off x="8805732" y="591065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8C5F43-15C7-3249-161F-2E3A413429AC}"/>
              </a:ext>
            </a:extLst>
          </p:cNvPr>
          <p:cNvSpPr txBox="1"/>
          <p:nvPr/>
        </p:nvSpPr>
        <p:spPr>
          <a:xfrm>
            <a:off x="9392860" y="5254824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</p:spTree>
    <p:extLst>
      <p:ext uri="{BB962C8B-B14F-4D97-AF65-F5344CB8AC3E}">
        <p14:creationId xmlns:p14="http://schemas.microsoft.com/office/powerpoint/2010/main" val="558444061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17507-073F-A171-2C8B-F8DA6508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A7454A3-3D48-D8B1-320F-D56AF927CBE7}"/>
              </a:ext>
            </a:extLst>
          </p:cNvPr>
          <p:cNvGrpSpPr/>
          <p:nvPr/>
        </p:nvGrpSpPr>
        <p:grpSpPr>
          <a:xfrm>
            <a:off x="1232452" y="8547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5BCDECBA-7EF5-3A81-B62B-45378E714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A0C85E3-5811-41EB-D336-1BE3ADBFC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203403B-EA88-E4D9-F0F1-465B0355B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A93FB8-FB40-9C0B-E62B-3645A04F2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098AF2-6EE8-C226-C4C5-7670091B5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66CD50-00BB-836C-DBA2-4F4EE696041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62425" y="3012409"/>
              <a:ext cx="3017861" cy="207071"/>
            </a:xfrm>
            <a:prstGeom prst="bentConnector3">
              <a:avLst>
                <a:gd name="adj1" fmla="val 9988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5778400-855B-57B0-5F68-047209036691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314693" cy="323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CBEACA8-E36F-FC86-6487-39623D8D49CA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3F5DDDE-042E-D1B0-4961-511F555FB6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588426"/>
              <a:ext cx="2166468" cy="9360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53BC184-F1CE-732C-33D9-BE14EA0DA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03C9ABA-6B76-2033-5B61-F9A4B92EE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05E861F-A5A0-5A98-796C-1381E95B61C3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FA43B71-AAAB-1C27-8C32-26E3F0272D9E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2D8DD8C-81BD-5CD3-5E05-A4259E4CC796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C596AD3-9F56-0EA8-5719-DBB33EC4E77C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EB07932-0AD8-F0B7-02D4-B7BBBDD3DE70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96441A2-159D-6039-4734-145C352B2D8E}"/>
                </a:ext>
              </a:extLst>
            </p:cNvPr>
            <p:cNvSpPr/>
            <p:nvPr/>
          </p:nvSpPr>
          <p:spPr>
            <a:xfrm rot="155068">
              <a:off x="7659188" y="482027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B52262F-A372-9BC1-6482-2DE1FF5FF78C}"/>
                </a:ext>
              </a:extLst>
            </p:cNvPr>
            <p:cNvSpPr/>
            <p:nvPr/>
          </p:nvSpPr>
          <p:spPr>
            <a:xfrm>
              <a:off x="7806602" y="456658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0204C27-38C6-C778-6733-B7301C8E9156}"/>
                </a:ext>
              </a:extLst>
            </p:cNvPr>
            <p:cNvSpPr/>
            <p:nvPr/>
          </p:nvSpPr>
          <p:spPr>
            <a:xfrm>
              <a:off x="8035190" y="307065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998CCE3-F667-C9EB-4FE7-677B81932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5947568" y="1721725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BDDD60-3299-A7EB-6AD4-E49F5D724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A200EB-C640-78C5-2462-3F3DFACA6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78AC656-152E-3E69-A84E-41168863EA07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1FD805-D5B2-9B67-D1A6-F8749F6872AF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33F70E-0B9A-4569-067D-76CABE7B47A9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3C9D3A-824B-4FFC-E68F-22F48F3700CF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ABCA84B-6950-ACAE-7CED-F96ABEADD190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1C72684-6F65-3CC8-A55D-A76C651F7D21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5289BDF-971F-6983-FBCB-4981EE698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B4A32D8-EBDF-B622-9D92-3054FA8CB239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4157CA4-6B9B-4569-1B1E-4FE1B60CE3D3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17FA4D4-E22D-B7CA-BE59-17AF6CFEA1A9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3F7D950-6550-79CA-953F-A1FABB64B3AF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1B65F4C0-0819-2CEF-A139-D780206F549F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06E93E8-34C8-2648-CB1C-3716EA9C2DFF}"/>
                </a:ext>
              </a:extLst>
            </p:cNvPr>
            <p:cNvSpPr/>
            <p:nvPr/>
          </p:nvSpPr>
          <p:spPr>
            <a:xfrm>
              <a:off x="6834673" y="353146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6FE4554-F80C-864B-A87B-7D533ADCCE8C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8A7C767-79E5-1AB6-7BC8-06B002196E80}"/>
                </a:ext>
              </a:extLst>
            </p:cNvPr>
            <p:cNvSpPr/>
            <p:nvPr/>
          </p:nvSpPr>
          <p:spPr>
            <a:xfrm>
              <a:off x="6748645" y="306211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66" name="Straight Connector 37">
              <a:extLst>
                <a:ext uri="{FF2B5EF4-FFF2-40B4-BE49-F238E27FC236}">
                  <a16:creationId xmlns:a16="http://schemas.microsoft.com/office/drawing/2014/main" id="{CFA4A523-1637-2D81-A598-6EED2D96DA84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713363" y="3857967"/>
              <a:ext cx="1103283" cy="876366"/>
            </a:xfrm>
            <a:prstGeom prst="bentConnector3">
              <a:avLst>
                <a:gd name="adj1" fmla="val -33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4D94B36-8C19-516D-E2D6-6D4B4A7058EA}"/>
                </a:ext>
              </a:extLst>
            </p:cNvPr>
            <p:cNvSpPr/>
            <p:nvPr/>
          </p:nvSpPr>
          <p:spPr>
            <a:xfrm>
              <a:off x="6784524" y="372683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19AC320-54B6-86CF-2ACA-1D0D8983CCAB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00" y="3118184"/>
              <a:ext cx="1279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0C940225-AC9D-3FB0-7BC3-C7B3E7A53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8F377C1B-9FDD-E267-6E91-A5D8AD9F602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DF3675F-D731-F3F4-4C0D-DCFAA510B82F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7B98E57-A1BD-8CCB-7BBD-97412DC54B67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5823341-474F-3B90-3CA5-2878A4EC72DA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B94AC8E-5E54-DEDD-78C6-C8FE5A443CA2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757C4B46-F1E0-D663-141F-6D7ACCBD6FD8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C8D7E602-269F-71BE-2984-5A1A32CE20CA}"/>
              </a:ext>
            </a:extLst>
          </p:cNvPr>
          <p:cNvSpPr txBox="1"/>
          <p:nvPr/>
        </p:nvSpPr>
        <p:spPr>
          <a:xfrm>
            <a:off x="6277066" y="25968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06A3CA7-5CC5-18A3-7E6F-4155822DE46D}"/>
              </a:ext>
            </a:extLst>
          </p:cNvPr>
          <p:cNvSpPr txBox="1"/>
          <p:nvPr/>
        </p:nvSpPr>
        <p:spPr>
          <a:xfrm>
            <a:off x="3320362" y="394774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2771BD4-ED64-EBF7-F9D7-97BDC1011C73}"/>
              </a:ext>
            </a:extLst>
          </p:cNvPr>
          <p:cNvSpPr txBox="1"/>
          <p:nvPr/>
        </p:nvSpPr>
        <p:spPr>
          <a:xfrm>
            <a:off x="4420207" y="3944506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9A0D34-CFEC-4118-2373-FFFCE61720A9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0BDF2D-7170-03DC-4421-46DC5C6C08F9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9FC56DD-B5F9-84FA-6FC3-6CE4EFDC93A5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074417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FF0E19FA-0C7B-C5AF-1CE9-2335BC0508D3}"/>
              </a:ext>
            </a:extLst>
          </p:cNvPr>
          <p:cNvSpPr txBox="1"/>
          <p:nvPr/>
        </p:nvSpPr>
        <p:spPr>
          <a:xfrm>
            <a:off x="3944834" y="2041777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679DFC-E9D2-5D43-AF01-E43379F89454}"/>
              </a:ext>
            </a:extLst>
          </p:cNvPr>
          <p:cNvSpPr txBox="1"/>
          <p:nvPr/>
        </p:nvSpPr>
        <p:spPr>
          <a:xfrm>
            <a:off x="7433431" y="433706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D9C7469E-9300-CD2D-78BA-59F1709EB32F}"/>
              </a:ext>
            </a:extLst>
          </p:cNvPr>
          <p:cNvCxnSpPr>
            <a:cxnSpLocks/>
          </p:cNvCxnSpPr>
          <p:nvPr/>
        </p:nvCxnSpPr>
        <p:spPr>
          <a:xfrm>
            <a:off x="3007563" y="1347537"/>
            <a:ext cx="5306388" cy="1249284"/>
          </a:xfrm>
          <a:prstGeom prst="bentConnector3">
            <a:avLst>
              <a:gd name="adj1" fmla="val 99719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D8601B6-0E13-85D2-3CC5-3E1725D19A23}"/>
              </a:ext>
            </a:extLst>
          </p:cNvPr>
          <p:cNvSpPr txBox="1"/>
          <p:nvPr/>
        </p:nvSpPr>
        <p:spPr>
          <a:xfrm>
            <a:off x="6494876" y="1781086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T1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OFF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EBEF47-20C1-BBAB-35D3-E1D2892A5515}"/>
              </a:ext>
            </a:extLst>
          </p:cNvPr>
          <p:cNvSpPr txBox="1"/>
          <p:nvPr/>
        </p:nvSpPr>
        <p:spPr>
          <a:xfrm>
            <a:off x="7551856" y="3413468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T2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OFF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45A6E4-6DE6-CCB3-7396-6F8090F1F296}"/>
              </a:ext>
            </a:extLst>
          </p:cNvPr>
          <p:cNvSpPr txBox="1"/>
          <p:nvPr/>
        </p:nvSpPr>
        <p:spPr>
          <a:xfrm>
            <a:off x="3000906" y="2815939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580BF1-22C5-02B0-10E1-C12D690E30F3}"/>
              </a:ext>
            </a:extLst>
          </p:cNvPr>
          <p:cNvSpPr txBox="1"/>
          <p:nvPr/>
        </p:nvSpPr>
        <p:spPr>
          <a:xfrm>
            <a:off x="4866046" y="2821842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32075B-E7E7-AD49-7142-9BF12206A6EE}"/>
              </a:ext>
            </a:extLst>
          </p:cNvPr>
          <p:cNvSpPr txBox="1"/>
          <p:nvPr/>
        </p:nvSpPr>
        <p:spPr>
          <a:xfrm>
            <a:off x="8805732" y="591065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150B83-7FF4-853E-0BC2-FC6686C7206C}"/>
              </a:ext>
            </a:extLst>
          </p:cNvPr>
          <p:cNvSpPr txBox="1"/>
          <p:nvPr/>
        </p:nvSpPr>
        <p:spPr>
          <a:xfrm>
            <a:off x="9392860" y="5254824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</p:spTree>
    <p:extLst>
      <p:ext uri="{BB962C8B-B14F-4D97-AF65-F5344CB8AC3E}">
        <p14:creationId xmlns:p14="http://schemas.microsoft.com/office/powerpoint/2010/main" val="1850255387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CD0A-0FEA-B1D3-98FA-128C3F4BF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EE8D388-6A28-CD8A-5445-B85ADEC1E793}"/>
              </a:ext>
            </a:extLst>
          </p:cNvPr>
          <p:cNvGrpSpPr/>
          <p:nvPr/>
        </p:nvGrpSpPr>
        <p:grpSpPr>
          <a:xfrm>
            <a:off x="1232452" y="8547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AD358C41-C35C-C8DD-5594-2E72E2CAE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E4AF4B2-1F61-275C-C6FF-860DF5957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8EE9F57-5003-4B18-8384-CDF9AE14E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B5E517F-177B-2688-4F24-C10EA118E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64457FD-B931-15F3-CA8C-9600CBE20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BDDE6F-6CBD-8E3C-EA9A-50A9D84F6F7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62425" y="3012409"/>
              <a:ext cx="3017861" cy="207071"/>
            </a:xfrm>
            <a:prstGeom prst="bentConnector3">
              <a:avLst>
                <a:gd name="adj1" fmla="val 9988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6755F9D-1F0F-A7ED-6F3F-DC4E279BE05C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314693" cy="323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EDBEB16-F5E5-CAEE-1574-47F9FB0FA590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7A97702-5FCC-B6B1-56CA-3EF1DA91FF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588426"/>
              <a:ext cx="2166468" cy="9360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17CE547-A6DB-623E-2FDA-88083C8F0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2352CE95-A3E6-8819-4934-9A437515C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E62AC4B-45AC-D8EF-BAB8-A2BC33EBE997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47F339D-B3BB-06B0-0122-B4F299B359E9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107CEE0-EE72-066B-6B8C-B343B1CF8EED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3377398-0BA0-C835-C94B-3AE69FFC3B6C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68E4954-966B-5AFE-D103-AF727FBF7502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625FAD9-801F-CE9E-E7B2-2771226C5486}"/>
                </a:ext>
              </a:extLst>
            </p:cNvPr>
            <p:cNvSpPr/>
            <p:nvPr/>
          </p:nvSpPr>
          <p:spPr>
            <a:xfrm rot="155068">
              <a:off x="7659188" y="482027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596FA67-5BE8-F266-9010-B1C3D4A345DD}"/>
                </a:ext>
              </a:extLst>
            </p:cNvPr>
            <p:cNvSpPr/>
            <p:nvPr/>
          </p:nvSpPr>
          <p:spPr>
            <a:xfrm>
              <a:off x="7806602" y="456658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FFD289C-0E13-A04F-47AD-A4683259C316}"/>
                </a:ext>
              </a:extLst>
            </p:cNvPr>
            <p:cNvSpPr/>
            <p:nvPr/>
          </p:nvSpPr>
          <p:spPr>
            <a:xfrm>
              <a:off x="8035190" y="307065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D54AA00-6EDC-DC11-BC66-FB774258C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5947568" y="1721725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F454569-4158-A453-767E-03BCFC008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199866-5749-644C-F849-7D0F2CCDA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A92C074-D736-E805-C69A-13736744C6FC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9661E60-98FE-9A4D-7AD4-BC998AFFBDD2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9B3953B-20B9-39DC-8130-E909F78E78F5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5D72103-EBD5-E6A5-F165-8A907032542E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405C624-0C6A-651A-D9D1-F505B68A636D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1F4AB2C-C3C5-551C-7343-6A6D2E8CD86C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C27247-246B-05EA-28FE-E163B398D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2F637E2-32CB-8A5A-D228-3C81A49C307D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E7D9DBC-6D86-CC24-3A80-BAFFDF77A7FC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00165BC-C57B-823A-3AE4-B969C8ED7F92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6E6B3C5-6E34-A5BD-5D4F-22A26296FA04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9729D020-51CA-2FFB-78DE-900A78528AE5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3545E62-BAD6-43A3-5CC1-9F7831A3558B}"/>
                </a:ext>
              </a:extLst>
            </p:cNvPr>
            <p:cNvSpPr/>
            <p:nvPr/>
          </p:nvSpPr>
          <p:spPr>
            <a:xfrm>
              <a:off x="6834673" y="353146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20E77B6-4468-807C-0DD2-213EC41B1422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4BE58BA-1920-E473-8F83-E324DDEF6F3F}"/>
                </a:ext>
              </a:extLst>
            </p:cNvPr>
            <p:cNvSpPr/>
            <p:nvPr/>
          </p:nvSpPr>
          <p:spPr>
            <a:xfrm>
              <a:off x="6748645" y="306211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66" name="Straight Connector 37">
              <a:extLst>
                <a:ext uri="{FF2B5EF4-FFF2-40B4-BE49-F238E27FC236}">
                  <a16:creationId xmlns:a16="http://schemas.microsoft.com/office/drawing/2014/main" id="{BE6A4B4C-32AA-4D62-9960-0B6701DA654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713363" y="3857967"/>
              <a:ext cx="1103283" cy="876366"/>
            </a:xfrm>
            <a:prstGeom prst="bentConnector3">
              <a:avLst>
                <a:gd name="adj1" fmla="val -33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7985CFC-E6CE-A11E-63BF-6A0DE1DB79E0}"/>
                </a:ext>
              </a:extLst>
            </p:cNvPr>
            <p:cNvSpPr/>
            <p:nvPr/>
          </p:nvSpPr>
          <p:spPr>
            <a:xfrm>
              <a:off x="6784524" y="372683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1BACC6C-BE71-3D43-2B7A-EB9424DC9F33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00" y="3118184"/>
              <a:ext cx="1279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14E1407E-A9A6-6DA1-AA9B-92F4421FA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1E2FA928-6092-1DB8-DEBD-BAE42B4FB01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2452120-7586-E36A-DEF1-FCD6FF96DDB7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9AAE6A7-13B9-4FC3-C455-617306826E2B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0F0122D-E53B-CCBE-B290-07144F8AD06A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355EE58-8724-DE10-0BB8-E66957BB2265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CC301301-5435-0DA5-FAE9-EF340BAD0140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37C1FE94-5998-E90E-6663-A6FFE67F808F}"/>
              </a:ext>
            </a:extLst>
          </p:cNvPr>
          <p:cNvSpPr txBox="1"/>
          <p:nvPr/>
        </p:nvSpPr>
        <p:spPr>
          <a:xfrm>
            <a:off x="6277066" y="25968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0823536-8A02-50FA-2230-31064B385EE2}"/>
              </a:ext>
            </a:extLst>
          </p:cNvPr>
          <p:cNvSpPr txBox="1"/>
          <p:nvPr/>
        </p:nvSpPr>
        <p:spPr>
          <a:xfrm>
            <a:off x="3231029" y="394615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F2EE856-2B67-FA67-1FDD-6908CCE80F15}"/>
              </a:ext>
            </a:extLst>
          </p:cNvPr>
          <p:cNvSpPr txBox="1"/>
          <p:nvPr/>
        </p:nvSpPr>
        <p:spPr>
          <a:xfrm>
            <a:off x="4330874" y="3942908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E133103-63CF-4976-E0FC-BC7DF86C8548}"/>
              </a:ext>
            </a:extLst>
          </p:cNvPr>
          <p:cNvSpPr txBox="1"/>
          <p:nvPr/>
        </p:nvSpPr>
        <p:spPr>
          <a:xfrm>
            <a:off x="8805732" y="591065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29E3649-0F5B-7E23-6359-DD6BFB82AE91}"/>
              </a:ext>
            </a:extLst>
          </p:cNvPr>
          <p:cNvSpPr txBox="1"/>
          <p:nvPr/>
        </p:nvSpPr>
        <p:spPr>
          <a:xfrm>
            <a:off x="9392860" y="5254824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219DBF-5C47-530B-89C6-9B516CEE10A1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C968F-07DD-9A5C-2390-A11B9B092F43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90A763-1CAC-0DF1-35F6-CD6368AA4C31}"/>
              </a:ext>
            </a:extLst>
          </p:cNvPr>
          <p:cNvSpPr/>
          <p:nvPr/>
        </p:nvSpPr>
        <p:spPr>
          <a:xfrm>
            <a:off x="10122197" y="2887680"/>
            <a:ext cx="2189499" cy="259247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5000"/>
                  <a:lumOff val="75000"/>
                  <a:alpha val="10000"/>
                </a:schemeClr>
              </a:gs>
              <a:gs pos="74000">
                <a:srgbClr val="43A1FF"/>
              </a:gs>
              <a:gs pos="83000">
                <a:srgbClr val="2985FD"/>
              </a:gs>
              <a:gs pos="100000">
                <a:srgbClr val="43A1FF"/>
              </a:gs>
            </a:gsLst>
            <a:lin ang="27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406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0DD9C7F-3811-C6D4-FCEF-69B93CAD69B0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270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23E6E09-CE03-66A7-652A-E4197EB63770}"/>
              </a:ext>
            </a:extLst>
          </p:cNvPr>
          <p:cNvSpPr txBox="1"/>
          <p:nvPr/>
        </p:nvSpPr>
        <p:spPr>
          <a:xfrm>
            <a:off x="3944834" y="2041777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24DE438B-57AA-BDDC-CA35-275014AA6B03}"/>
              </a:ext>
            </a:extLst>
          </p:cNvPr>
          <p:cNvCxnSpPr>
            <a:cxnSpLocks/>
          </p:cNvCxnSpPr>
          <p:nvPr/>
        </p:nvCxnSpPr>
        <p:spPr>
          <a:xfrm>
            <a:off x="3007563" y="1347537"/>
            <a:ext cx="5306388" cy="1781324"/>
          </a:xfrm>
          <a:prstGeom prst="bentConnector3">
            <a:avLst>
              <a:gd name="adj1" fmla="val 107148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8">
            <a:extLst>
              <a:ext uri="{FF2B5EF4-FFF2-40B4-BE49-F238E27FC236}">
                <a16:creationId xmlns:a16="http://schemas.microsoft.com/office/drawing/2014/main" id="{81820FB6-1F6A-4B69-DA8A-37914686DF88}"/>
              </a:ext>
            </a:extLst>
          </p:cNvPr>
          <p:cNvCxnSpPr>
            <a:cxnSpLocks/>
          </p:cNvCxnSpPr>
          <p:nvPr/>
        </p:nvCxnSpPr>
        <p:spPr>
          <a:xfrm flipV="1">
            <a:off x="8074891" y="5241355"/>
            <a:ext cx="1933734" cy="43831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">
            <a:extLst>
              <a:ext uri="{FF2B5EF4-FFF2-40B4-BE49-F238E27FC236}">
                <a16:creationId xmlns:a16="http://schemas.microsoft.com/office/drawing/2014/main" id="{DD036B24-33A8-1C64-88F6-62A22F77F7E6}"/>
              </a:ext>
            </a:extLst>
          </p:cNvPr>
          <p:cNvCxnSpPr>
            <a:cxnSpLocks/>
          </p:cNvCxnSpPr>
          <p:nvPr/>
        </p:nvCxnSpPr>
        <p:spPr>
          <a:xfrm flipV="1">
            <a:off x="4866741" y="3379761"/>
            <a:ext cx="1915367" cy="983433"/>
          </a:xfrm>
          <a:prstGeom prst="bentConnector3">
            <a:avLst>
              <a:gd name="adj1" fmla="val 36695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C73DE02-2455-B121-242C-414B57EA2C1D}"/>
              </a:ext>
            </a:extLst>
          </p:cNvPr>
          <p:cNvSpPr txBox="1"/>
          <p:nvPr/>
        </p:nvSpPr>
        <p:spPr>
          <a:xfrm>
            <a:off x="7433431" y="433706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cxnSp>
        <p:nvCxnSpPr>
          <p:cNvPr id="62" name="Straight Arrow Connector 8">
            <a:extLst>
              <a:ext uri="{FF2B5EF4-FFF2-40B4-BE49-F238E27FC236}">
                <a16:creationId xmlns:a16="http://schemas.microsoft.com/office/drawing/2014/main" id="{0F9BC2C2-5AEE-1772-67F6-E56183B942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11847" y="3881306"/>
            <a:ext cx="1265642" cy="992046"/>
          </a:xfrm>
          <a:prstGeom prst="bentConnector3">
            <a:avLst>
              <a:gd name="adj1" fmla="val 98918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37523C8-0690-D7E3-265B-CA5EECD13BB1}"/>
              </a:ext>
            </a:extLst>
          </p:cNvPr>
          <p:cNvSpPr txBox="1"/>
          <p:nvPr/>
        </p:nvSpPr>
        <p:spPr>
          <a:xfrm>
            <a:off x="2851186" y="2815939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E6665E-5CF4-7E32-8399-EBD5370D5CF9}"/>
              </a:ext>
            </a:extLst>
          </p:cNvPr>
          <p:cNvSpPr txBox="1"/>
          <p:nvPr/>
        </p:nvSpPr>
        <p:spPr>
          <a:xfrm>
            <a:off x="4866046" y="2821842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CLOSED</a:t>
            </a:r>
          </a:p>
        </p:txBody>
      </p:sp>
    </p:spTree>
    <p:extLst>
      <p:ext uri="{BB962C8B-B14F-4D97-AF65-F5344CB8AC3E}">
        <p14:creationId xmlns:p14="http://schemas.microsoft.com/office/powerpoint/2010/main" val="74208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E03D-4A8F-8F5F-D04F-E560A9ABF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2351887-BF41-713A-FAAF-0026CB508C51}"/>
              </a:ext>
            </a:extLst>
          </p:cNvPr>
          <p:cNvGrpSpPr/>
          <p:nvPr/>
        </p:nvGrpSpPr>
        <p:grpSpPr>
          <a:xfrm>
            <a:off x="1232452" y="8547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DFEC483E-E11B-1688-95A9-76CF6D82A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ADF672A-A51C-F31F-B5F4-2ACBEA9F0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3898A8B-4729-4C17-557A-DA12B0539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A6C0C87-39DE-0318-DEB5-B3F4C51B9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9F4D48B-E0CC-D5A8-EDD1-E20FAF52B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E1123C3-ABC3-79AB-379F-83BF11768C3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62425" y="3012409"/>
              <a:ext cx="3017861" cy="207071"/>
            </a:xfrm>
            <a:prstGeom prst="bentConnector3">
              <a:avLst>
                <a:gd name="adj1" fmla="val 9988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95A2B66-0B25-0BB7-77AC-BDC070FD457E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314693" cy="323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0F9F368-BACF-6E10-3F28-6089803932A7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B89F986-CE51-D3CC-ED2E-D19C005DD3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588426"/>
              <a:ext cx="2166468" cy="9360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A6E5D16-777B-E815-FCDC-89C532092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06124F8-BBE1-39F9-E3A0-CAA142F6F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95B6A9B-5172-0BA9-3848-AAFD5B21584B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D7734E-0895-304A-7D83-1DA5F25053DE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97D7019-1412-27B4-424A-9AC69FE81C79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324DCD8-EADF-506A-8D6B-4076DF65FCFC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8C59D7B-2DDF-D3B5-7DCD-C3903703BEEC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B82F259-4168-29B0-98E3-8B1FFD43E101}"/>
                </a:ext>
              </a:extLst>
            </p:cNvPr>
            <p:cNvSpPr/>
            <p:nvPr/>
          </p:nvSpPr>
          <p:spPr>
            <a:xfrm rot="155068">
              <a:off x="7659188" y="482027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0B16CBD-DDE6-7B5F-8854-55DF664AA909}"/>
                </a:ext>
              </a:extLst>
            </p:cNvPr>
            <p:cNvSpPr/>
            <p:nvPr/>
          </p:nvSpPr>
          <p:spPr>
            <a:xfrm>
              <a:off x="7806602" y="456658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F5C0C8F-D5C2-E8AD-0A45-7EA2AB26A858}"/>
                </a:ext>
              </a:extLst>
            </p:cNvPr>
            <p:cNvSpPr/>
            <p:nvPr/>
          </p:nvSpPr>
          <p:spPr>
            <a:xfrm>
              <a:off x="8035190" y="307065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67C9E70-DC04-464C-1B6C-8694031D8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5947568" y="1721725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F953DA-C159-D3F6-23EC-9D348425C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04F222-5C2D-0750-CC0D-2541102FE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8E37EC7-1FEC-9243-0702-F8A3C30E7ABD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860164-D597-E5D6-4178-BAAD339026F6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5F6737F-4327-AD6F-45BC-8DE83F881B2C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5EBA62B-2E14-61D6-7C94-32EA74595BAF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1BDEAFB-619E-B5EE-ED0A-8B64A86C437D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D49C64-7EBF-A3E0-1E2A-168CB05A1C69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AF73208-BDC3-7392-B33B-A04ECEB9E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A6D56B7-EC2E-83F6-B130-2D281A11358C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F44C881-17E1-D891-375B-C3A228BCFB13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8270631-270B-6C5A-D5EF-70EE218F5EFF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ED44043-32CF-3B61-4860-5FD2E5D85E07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49CF3F07-5CAD-22DE-772F-5F44C0964ADE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C46DFF9-775D-41A3-B136-2D3F3103A9EE}"/>
                </a:ext>
              </a:extLst>
            </p:cNvPr>
            <p:cNvSpPr/>
            <p:nvPr/>
          </p:nvSpPr>
          <p:spPr>
            <a:xfrm>
              <a:off x="6834673" y="353146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DAE7250-F15D-DEF7-C4F6-2863C6182C80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FAE4436-1F8B-ACD9-9639-D88DDC4000BD}"/>
                </a:ext>
              </a:extLst>
            </p:cNvPr>
            <p:cNvSpPr/>
            <p:nvPr/>
          </p:nvSpPr>
          <p:spPr>
            <a:xfrm>
              <a:off x="6748645" y="306211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66" name="Straight Connector 37">
              <a:extLst>
                <a:ext uri="{FF2B5EF4-FFF2-40B4-BE49-F238E27FC236}">
                  <a16:creationId xmlns:a16="http://schemas.microsoft.com/office/drawing/2014/main" id="{E02B8683-83FD-79F9-E34B-A4AFF5587C1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713363" y="3857967"/>
              <a:ext cx="1103283" cy="876366"/>
            </a:xfrm>
            <a:prstGeom prst="bentConnector3">
              <a:avLst>
                <a:gd name="adj1" fmla="val -33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CFAF1BF-BE1A-424E-47C6-5DFFFBF50331}"/>
                </a:ext>
              </a:extLst>
            </p:cNvPr>
            <p:cNvSpPr/>
            <p:nvPr/>
          </p:nvSpPr>
          <p:spPr>
            <a:xfrm>
              <a:off x="6784524" y="372683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2CBBA83-0C3E-7CBC-CD8C-804DC36435BB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00" y="3118184"/>
              <a:ext cx="1279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A35C982-9177-1572-3C4E-B675A5AF5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13361933-DF6D-98B3-9141-C7B99F9225F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E8CFCFD6-2AD6-9EC7-CEEC-B73DDF62DE5C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458D942-8B1C-6749-A9AC-2E86CFD108EC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FBE4F88-4C7D-E07C-D627-6319CF4AE5A0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2E6D044-93FB-278F-8DD6-2E6B3C9FC57D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B03748A4-D8A4-10E6-0EB8-B1ADDDA587AC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C07D616B-C05E-42F2-7CB2-1C458330AC8F}"/>
              </a:ext>
            </a:extLst>
          </p:cNvPr>
          <p:cNvSpPr txBox="1"/>
          <p:nvPr/>
        </p:nvSpPr>
        <p:spPr>
          <a:xfrm>
            <a:off x="6277066" y="25968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49D0A2A-6C9E-13D6-AFD1-72DCEC4A807A}"/>
              </a:ext>
            </a:extLst>
          </p:cNvPr>
          <p:cNvSpPr txBox="1"/>
          <p:nvPr/>
        </p:nvSpPr>
        <p:spPr>
          <a:xfrm>
            <a:off x="3231029" y="394615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E51D254-2A6F-BB18-AE48-05EFE972FB9B}"/>
              </a:ext>
            </a:extLst>
          </p:cNvPr>
          <p:cNvSpPr txBox="1"/>
          <p:nvPr/>
        </p:nvSpPr>
        <p:spPr>
          <a:xfrm>
            <a:off x="4330874" y="3942908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4215664-43E8-D935-F597-C5E0669E40D4}"/>
              </a:ext>
            </a:extLst>
          </p:cNvPr>
          <p:cNvSpPr txBox="1"/>
          <p:nvPr/>
        </p:nvSpPr>
        <p:spPr>
          <a:xfrm>
            <a:off x="8805732" y="591065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66E9AAB-CFE4-D88D-DF6A-962C58A8D38B}"/>
              </a:ext>
            </a:extLst>
          </p:cNvPr>
          <p:cNvSpPr txBox="1"/>
          <p:nvPr/>
        </p:nvSpPr>
        <p:spPr>
          <a:xfrm>
            <a:off x="9392860" y="5254824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DB0289-1A69-D31E-E67E-10A0ED18C90C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F02DD6-2AD6-5965-9DBA-20FCD7960F5D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F7AC99-1C28-26B9-4597-53F9A00B4886}"/>
              </a:ext>
            </a:extLst>
          </p:cNvPr>
          <p:cNvSpPr/>
          <p:nvPr/>
        </p:nvSpPr>
        <p:spPr>
          <a:xfrm>
            <a:off x="10122197" y="2887680"/>
            <a:ext cx="2189499" cy="259247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5000"/>
                  <a:lumOff val="75000"/>
                  <a:alpha val="10000"/>
                </a:schemeClr>
              </a:gs>
              <a:gs pos="74000">
                <a:srgbClr val="43A1FF"/>
              </a:gs>
              <a:gs pos="83000">
                <a:srgbClr val="2985FD"/>
              </a:gs>
              <a:gs pos="100000">
                <a:srgbClr val="43A1FF"/>
              </a:gs>
            </a:gsLst>
            <a:lin ang="27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406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30BDAFD-1D3F-E42E-06C3-364AD4D9EB47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270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EF1947E-9807-A671-83D8-CF5D6B741394}"/>
              </a:ext>
            </a:extLst>
          </p:cNvPr>
          <p:cNvSpPr txBox="1"/>
          <p:nvPr/>
        </p:nvSpPr>
        <p:spPr>
          <a:xfrm>
            <a:off x="3944834" y="2041777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C9DF9D9B-78C0-AB15-3534-A92AD414364A}"/>
              </a:ext>
            </a:extLst>
          </p:cNvPr>
          <p:cNvCxnSpPr>
            <a:cxnSpLocks/>
          </p:cNvCxnSpPr>
          <p:nvPr/>
        </p:nvCxnSpPr>
        <p:spPr>
          <a:xfrm>
            <a:off x="3007563" y="1347537"/>
            <a:ext cx="5306388" cy="1781324"/>
          </a:xfrm>
          <a:prstGeom prst="bentConnector3">
            <a:avLst>
              <a:gd name="adj1" fmla="val 107148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8">
            <a:extLst>
              <a:ext uri="{FF2B5EF4-FFF2-40B4-BE49-F238E27FC236}">
                <a16:creationId xmlns:a16="http://schemas.microsoft.com/office/drawing/2014/main" id="{D1FB4098-6B83-1BD1-26C6-290B1BB48D23}"/>
              </a:ext>
            </a:extLst>
          </p:cNvPr>
          <p:cNvCxnSpPr>
            <a:cxnSpLocks/>
          </p:cNvCxnSpPr>
          <p:nvPr/>
        </p:nvCxnSpPr>
        <p:spPr>
          <a:xfrm flipV="1">
            <a:off x="8074891" y="5241355"/>
            <a:ext cx="1933734" cy="43831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">
            <a:extLst>
              <a:ext uri="{FF2B5EF4-FFF2-40B4-BE49-F238E27FC236}">
                <a16:creationId xmlns:a16="http://schemas.microsoft.com/office/drawing/2014/main" id="{ECFC5A9E-313F-907E-73A8-22B96146B9C0}"/>
              </a:ext>
            </a:extLst>
          </p:cNvPr>
          <p:cNvCxnSpPr>
            <a:cxnSpLocks/>
          </p:cNvCxnSpPr>
          <p:nvPr/>
        </p:nvCxnSpPr>
        <p:spPr>
          <a:xfrm flipV="1">
            <a:off x="4866741" y="3379761"/>
            <a:ext cx="1915367" cy="983433"/>
          </a:xfrm>
          <a:prstGeom prst="bentConnector3">
            <a:avLst>
              <a:gd name="adj1" fmla="val 36695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F11E847-CEF5-C60F-DC92-BB338CB9D285}"/>
              </a:ext>
            </a:extLst>
          </p:cNvPr>
          <p:cNvSpPr txBox="1"/>
          <p:nvPr/>
        </p:nvSpPr>
        <p:spPr>
          <a:xfrm>
            <a:off x="7433431" y="433706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cxnSp>
        <p:nvCxnSpPr>
          <p:cNvPr id="62" name="Straight Arrow Connector 8">
            <a:extLst>
              <a:ext uri="{FF2B5EF4-FFF2-40B4-BE49-F238E27FC236}">
                <a16:creationId xmlns:a16="http://schemas.microsoft.com/office/drawing/2014/main" id="{BC4AE69E-DD2C-B766-86A1-28133D0516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11847" y="3881306"/>
            <a:ext cx="1265642" cy="992046"/>
          </a:xfrm>
          <a:prstGeom prst="bentConnector3">
            <a:avLst>
              <a:gd name="adj1" fmla="val 98918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C1FA09A-8502-84F3-6C45-57AC106B317E}"/>
              </a:ext>
            </a:extLst>
          </p:cNvPr>
          <p:cNvSpPr txBox="1"/>
          <p:nvPr/>
        </p:nvSpPr>
        <p:spPr>
          <a:xfrm>
            <a:off x="2851186" y="2815939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711E12-BDD4-EE7D-7CE6-BF9BC3334C61}"/>
              </a:ext>
            </a:extLst>
          </p:cNvPr>
          <p:cNvSpPr txBox="1"/>
          <p:nvPr/>
        </p:nvSpPr>
        <p:spPr>
          <a:xfrm>
            <a:off x="4866046" y="2821842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CLOSED</a:t>
            </a:r>
          </a:p>
        </p:txBody>
      </p:sp>
    </p:spTree>
    <p:extLst>
      <p:ext uri="{BB962C8B-B14F-4D97-AF65-F5344CB8AC3E}">
        <p14:creationId xmlns:p14="http://schemas.microsoft.com/office/powerpoint/2010/main" val="68712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4FAD8-E5EC-E526-94BC-A00B1C6C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EDD4AAB-ACEC-B556-647B-FDE7B90191ED}"/>
              </a:ext>
            </a:extLst>
          </p:cNvPr>
          <p:cNvGrpSpPr/>
          <p:nvPr/>
        </p:nvGrpSpPr>
        <p:grpSpPr>
          <a:xfrm>
            <a:off x="1232452" y="8547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79D60C2-17EB-854E-7A40-382FF8384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AC2B3BE-2431-27AF-C7C4-4447E6972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2C5D78-42A1-DF5B-8C78-11FD60D9B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11F406-C787-F5CC-9CAB-91E0EEC34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561D349-4C99-F713-2DE7-8907F9071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8E22AD9-77A4-3A94-9CB7-82B014D1DF4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62425" y="3012409"/>
              <a:ext cx="3017861" cy="207071"/>
            </a:xfrm>
            <a:prstGeom prst="bentConnector3">
              <a:avLst>
                <a:gd name="adj1" fmla="val 9988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54BACA2-B3D8-EE74-F3AA-DFA7031BB800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314693" cy="323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4376DC9-25BA-1079-E1EA-91A19C3F521C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D816FDD-5A6D-2EA4-62D0-34EE015FC6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588426"/>
              <a:ext cx="2166468" cy="9360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98CC28F-75BC-5A7C-C807-942AADF16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4601FAC-30F5-8614-29FE-5B0B820FC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EF3E803-3E5E-2531-2E3B-E88522577662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38645E9-FEAD-508D-436A-3894EF8E2D0A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50AA3BB-4B1E-EC27-DBCB-F3A96217592D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D1C271B-DDE7-5FA8-921A-7C224D7AFC03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7B2EE22-60B5-22E9-C469-5F94AF55F9D7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8DF1721-53BA-6E5C-ECD1-32D1B360D868}"/>
                </a:ext>
              </a:extLst>
            </p:cNvPr>
            <p:cNvSpPr/>
            <p:nvPr/>
          </p:nvSpPr>
          <p:spPr>
            <a:xfrm rot="155068">
              <a:off x="7659188" y="482027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6EDF8BD-C69F-1C2A-2D30-25DC9D6F27FF}"/>
                </a:ext>
              </a:extLst>
            </p:cNvPr>
            <p:cNvSpPr/>
            <p:nvPr/>
          </p:nvSpPr>
          <p:spPr>
            <a:xfrm>
              <a:off x="7806602" y="456658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7516CCC-4722-6CE8-E54C-790B6110447A}"/>
                </a:ext>
              </a:extLst>
            </p:cNvPr>
            <p:cNvSpPr/>
            <p:nvPr/>
          </p:nvSpPr>
          <p:spPr>
            <a:xfrm>
              <a:off x="8035190" y="307065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57065CB-83BB-B39B-961F-B6F0271AA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5947568" y="1721725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B2AAB1E-51E1-91DB-816A-E6AC10A79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579F2B-C8E1-CA1D-7F73-03232C5E1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D3520D4-631B-EE52-B689-65F795F8B543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4FF88B2-9737-AD3D-253C-4EB1996F9D8E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CD1DC2-8F25-1294-F27D-2C1ED3381CDE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8C43A40-F1EC-8702-82EC-BB3C4126DD67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2835B35-947C-2741-D829-BC8111ACCE43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03DE193-55EB-7250-0EE1-D039E46239EF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7CC43E5-C28B-C03E-D369-C02B42C82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048155E-60E4-7469-20F7-110A60294B45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6558229-29D4-BBFD-789D-2D274B4BFE76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8F1C748-B4D1-B403-DC83-02D385EC6908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481CBE7-24AE-FE76-6A91-7ACC47CDA907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843A0F62-6FDD-C4B2-BA54-7758C70E4863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4949EBD-65C8-B97D-66C3-BE92977A7209}"/>
                </a:ext>
              </a:extLst>
            </p:cNvPr>
            <p:cNvSpPr/>
            <p:nvPr/>
          </p:nvSpPr>
          <p:spPr>
            <a:xfrm>
              <a:off x="6834673" y="353146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E373243-D55A-7209-068E-F9E3AD816786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06CB0B5-FE58-EB37-384F-E6AA33224443}"/>
                </a:ext>
              </a:extLst>
            </p:cNvPr>
            <p:cNvSpPr/>
            <p:nvPr/>
          </p:nvSpPr>
          <p:spPr>
            <a:xfrm>
              <a:off x="6748645" y="306211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66" name="Straight Connector 37">
              <a:extLst>
                <a:ext uri="{FF2B5EF4-FFF2-40B4-BE49-F238E27FC236}">
                  <a16:creationId xmlns:a16="http://schemas.microsoft.com/office/drawing/2014/main" id="{1553AE6A-347E-F57D-EDA0-E687EB31B0E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713363" y="3857967"/>
              <a:ext cx="1103283" cy="876366"/>
            </a:xfrm>
            <a:prstGeom prst="bentConnector3">
              <a:avLst>
                <a:gd name="adj1" fmla="val -33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FF0C1F1-3085-78FB-1003-68ED9F71DDE0}"/>
                </a:ext>
              </a:extLst>
            </p:cNvPr>
            <p:cNvSpPr/>
            <p:nvPr/>
          </p:nvSpPr>
          <p:spPr>
            <a:xfrm>
              <a:off x="6784524" y="372683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D91AB9C-47A9-D701-1DB3-71E08BE169E1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00" y="3118184"/>
              <a:ext cx="1279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792D593-0362-E14A-1081-6A73B6B03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F349F62B-46D8-0AF8-C2E6-01C7B0A986F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0E4012E-07A6-BD66-A9B9-F2F664D93B06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3D6A271-B37E-1BCA-BC13-A2040B73E960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5AC6DCE-D141-AE70-C6BA-D8906AB42C4D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D22FDE8-312A-30A1-B1DB-E595E0C957C1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F0FD54D9-143E-FC17-9181-75121F49D7FA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19BB96FC-BA27-1D31-689C-D74F0D34B314}"/>
              </a:ext>
            </a:extLst>
          </p:cNvPr>
          <p:cNvSpPr txBox="1"/>
          <p:nvPr/>
        </p:nvSpPr>
        <p:spPr>
          <a:xfrm>
            <a:off x="6277066" y="25968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8736554-ECC3-BCBC-E6DA-BA7E267B86B4}"/>
              </a:ext>
            </a:extLst>
          </p:cNvPr>
          <p:cNvSpPr txBox="1"/>
          <p:nvPr/>
        </p:nvSpPr>
        <p:spPr>
          <a:xfrm>
            <a:off x="3320362" y="394774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470B469-F3B3-4C95-2B41-1D463685D222}"/>
              </a:ext>
            </a:extLst>
          </p:cNvPr>
          <p:cNvSpPr txBox="1"/>
          <p:nvPr/>
        </p:nvSpPr>
        <p:spPr>
          <a:xfrm>
            <a:off x="4420207" y="3944506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D53837-953A-750A-C19D-C2F0D0A0FF21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D8308D-F78E-30C3-6C16-564A78A74030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40B8FF-66EC-9CC5-49C3-5CE6AD622AA0}"/>
              </a:ext>
            </a:extLst>
          </p:cNvPr>
          <p:cNvSpPr/>
          <p:nvPr/>
        </p:nvSpPr>
        <p:spPr>
          <a:xfrm>
            <a:off x="10122197" y="2887680"/>
            <a:ext cx="2189499" cy="259247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5000"/>
                  <a:lumOff val="75000"/>
                  <a:alpha val="10000"/>
                </a:schemeClr>
              </a:gs>
              <a:gs pos="74000">
                <a:srgbClr val="43A1FF"/>
              </a:gs>
              <a:gs pos="83000">
                <a:srgbClr val="2985FD"/>
              </a:gs>
              <a:gs pos="100000">
                <a:srgbClr val="43A1FF"/>
              </a:gs>
            </a:gsLst>
            <a:lin ang="27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406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6136C7C-B89B-DA15-D4C5-A7E9FFA66602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9173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655DE42-84B6-92CE-486C-FA4E3215517D}"/>
              </a:ext>
            </a:extLst>
          </p:cNvPr>
          <p:cNvSpPr txBox="1"/>
          <p:nvPr/>
        </p:nvSpPr>
        <p:spPr>
          <a:xfrm>
            <a:off x="3944834" y="2041777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cxnSp>
        <p:nvCxnSpPr>
          <p:cNvPr id="23" name="Straight Arrow Connector 8">
            <a:extLst>
              <a:ext uri="{FF2B5EF4-FFF2-40B4-BE49-F238E27FC236}">
                <a16:creationId xmlns:a16="http://schemas.microsoft.com/office/drawing/2014/main" id="{C2464E92-0CA6-B5E5-A58E-11FB86A9C8FF}"/>
              </a:ext>
            </a:extLst>
          </p:cNvPr>
          <p:cNvCxnSpPr>
            <a:cxnSpLocks/>
          </p:cNvCxnSpPr>
          <p:nvPr/>
        </p:nvCxnSpPr>
        <p:spPr>
          <a:xfrm>
            <a:off x="3007563" y="1347537"/>
            <a:ext cx="5306388" cy="3299401"/>
          </a:xfrm>
          <a:prstGeom prst="bentConnector3">
            <a:avLst>
              <a:gd name="adj1" fmla="val 104308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">
            <a:extLst>
              <a:ext uri="{FF2B5EF4-FFF2-40B4-BE49-F238E27FC236}">
                <a16:creationId xmlns:a16="http://schemas.microsoft.com/office/drawing/2014/main" id="{00D730F4-CE9B-443B-F403-9A5BAF8EA0EC}"/>
              </a:ext>
            </a:extLst>
          </p:cNvPr>
          <p:cNvCxnSpPr>
            <a:cxnSpLocks/>
          </p:cNvCxnSpPr>
          <p:nvPr/>
        </p:nvCxnSpPr>
        <p:spPr>
          <a:xfrm flipV="1">
            <a:off x="8074891" y="5241355"/>
            <a:ext cx="1933734" cy="43831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8">
            <a:extLst>
              <a:ext uri="{FF2B5EF4-FFF2-40B4-BE49-F238E27FC236}">
                <a16:creationId xmlns:a16="http://schemas.microsoft.com/office/drawing/2014/main" id="{7C9F000F-4353-378F-1749-308FA5274AC4}"/>
              </a:ext>
            </a:extLst>
          </p:cNvPr>
          <p:cNvCxnSpPr>
            <a:cxnSpLocks/>
          </p:cNvCxnSpPr>
          <p:nvPr/>
        </p:nvCxnSpPr>
        <p:spPr>
          <a:xfrm>
            <a:off x="3879789" y="4451934"/>
            <a:ext cx="4084163" cy="653466"/>
          </a:xfrm>
          <a:prstGeom prst="bentConnector3">
            <a:avLst>
              <a:gd name="adj1" fmla="val 16883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EB4993D-4F8A-B1B2-932F-605B4039333B}"/>
              </a:ext>
            </a:extLst>
          </p:cNvPr>
          <p:cNvSpPr txBox="1"/>
          <p:nvPr/>
        </p:nvSpPr>
        <p:spPr>
          <a:xfrm>
            <a:off x="7433431" y="433706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4FE1C-6C23-4F7D-E7E2-1C73019C73B3}"/>
              </a:ext>
            </a:extLst>
          </p:cNvPr>
          <p:cNvSpPr txBox="1"/>
          <p:nvPr/>
        </p:nvSpPr>
        <p:spPr>
          <a:xfrm>
            <a:off x="2851186" y="2815939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0E822B-4B0C-B36C-1A1A-AC8B5910CE1E}"/>
              </a:ext>
            </a:extLst>
          </p:cNvPr>
          <p:cNvSpPr txBox="1"/>
          <p:nvPr/>
        </p:nvSpPr>
        <p:spPr>
          <a:xfrm>
            <a:off x="4866046" y="2821842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958F5D-10B3-5F40-AC18-03207498E315}"/>
              </a:ext>
            </a:extLst>
          </p:cNvPr>
          <p:cNvSpPr txBox="1"/>
          <p:nvPr/>
        </p:nvSpPr>
        <p:spPr>
          <a:xfrm>
            <a:off x="8805732" y="591065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509349-2CA6-41CE-B78D-30691B18C979}"/>
              </a:ext>
            </a:extLst>
          </p:cNvPr>
          <p:cNvSpPr txBox="1"/>
          <p:nvPr/>
        </p:nvSpPr>
        <p:spPr>
          <a:xfrm>
            <a:off x="9392860" y="5254824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</p:spTree>
    <p:extLst>
      <p:ext uri="{BB962C8B-B14F-4D97-AF65-F5344CB8AC3E}">
        <p14:creationId xmlns:p14="http://schemas.microsoft.com/office/powerpoint/2010/main" val="54716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73D6-3625-84A9-7944-711858A4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35607EE-DC46-57D2-7A4B-19EA12CCAE8C}"/>
              </a:ext>
            </a:extLst>
          </p:cNvPr>
          <p:cNvGrpSpPr/>
          <p:nvPr/>
        </p:nvGrpSpPr>
        <p:grpSpPr>
          <a:xfrm>
            <a:off x="1232452" y="8547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042E1C0C-4AFE-4927-A6AB-A7159E449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EF91305-0FA1-F4A0-C2D5-DD07C38C2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D20829D-0170-BB5E-DB1D-65B533171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A4FD3A-7500-9801-BC17-B24504428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0900D78-A38E-4A9A-3499-43775D159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3B150A1-F401-D8AF-AA7D-64AF0531DFC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62425" y="3012409"/>
              <a:ext cx="3017861" cy="207071"/>
            </a:xfrm>
            <a:prstGeom prst="bentConnector3">
              <a:avLst>
                <a:gd name="adj1" fmla="val 9988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AB7D338-EF37-18B2-372B-FE55EC547F69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314693" cy="323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B08DD55-2EED-263E-6D2F-D7B2BADE17FC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3D20920-C1D1-4952-E19B-3145D0D5B5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588426"/>
              <a:ext cx="2166468" cy="9360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8C58024-9359-B9E2-FB88-9DBFEE501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6A79D7F1-5061-7E5F-0AAE-68D0E970D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BD6BF07-42F8-D860-24AE-E26B55F17157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1C03368-5FE1-A545-A1E7-FC86898C324E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8677D85-C201-7F2B-6572-3E542DF18993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95D2A6B-B660-8063-800A-9BECA9E9ADD5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0DB35CF-C49B-985C-E523-ECF98ADFA9D1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3F3C5C0-2C95-887D-EB0A-27189285C8D9}"/>
                </a:ext>
              </a:extLst>
            </p:cNvPr>
            <p:cNvSpPr/>
            <p:nvPr/>
          </p:nvSpPr>
          <p:spPr>
            <a:xfrm rot="155068">
              <a:off x="7659188" y="482027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0B40178-D2F0-2ABF-FCE1-4684EBC4A3AD}"/>
                </a:ext>
              </a:extLst>
            </p:cNvPr>
            <p:cNvSpPr/>
            <p:nvPr/>
          </p:nvSpPr>
          <p:spPr>
            <a:xfrm>
              <a:off x="7806602" y="456658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16074AE-4471-3854-01F0-C19AE0FC1BF9}"/>
                </a:ext>
              </a:extLst>
            </p:cNvPr>
            <p:cNvSpPr/>
            <p:nvPr/>
          </p:nvSpPr>
          <p:spPr>
            <a:xfrm>
              <a:off x="8035190" y="307065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FA0D465-E04F-30A8-2DC2-F6DF803C2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5947568" y="1721725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F5D077-CBD2-4A31-CC61-598C2245D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170AD-3BD7-E8A2-E4B9-B612A458B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E27A126-F68C-23BD-0C6E-51E2D730B14D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3899492-B811-E48C-20B3-DA079C82409E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C419C26-5F9D-F0B5-CB9C-A5359195FB75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8E4020B-4D00-3CF3-7E0B-9084D4E19AEB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AD2219A-CE77-1E56-921E-305A0D7ADF5B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4BBC03D-B890-105D-89B9-4097A5D2DCA4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81953E4-177F-D3A3-FFE8-8F0BA994F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2504F1C-78BA-CC2B-F17C-C1337BEC63B1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28A5658-A98B-3680-42D9-1B765AE6D601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60D3968-BD43-287C-0E96-3AD29F60F23B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00098EF-E671-03F7-D71D-B10A581DC6AE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D05E903C-31FD-3E8C-0403-53F62D4FB292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871C8D3-6584-1907-9A89-A56A82CCC61C}"/>
                </a:ext>
              </a:extLst>
            </p:cNvPr>
            <p:cNvSpPr/>
            <p:nvPr/>
          </p:nvSpPr>
          <p:spPr>
            <a:xfrm>
              <a:off x="6834673" y="353146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C4B0558-EC3E-14BE-AB34-A2C4C047C36E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582B636-5CCD-568B-9E9A-ADF70050E165}"/>
                </a:ext>
              </a:extLst>
            </p:cNvPr>
            <p:cNvSpPr/>
            <p:nvPr/>
          </p:nvSpPr>
          <p:spPr>
            <a:xfrm>
              <a:off x="6748645" y="306211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66" name="Straight Connector 37">
              <a:extLst>
                <a:ext uri="{FF2B5EF4-FFF2-40B4-BE49-F238E27FC236}">
                  <a16:creationId xmlns:a16="http://schemas.microsoft.com/office/drawing/2014/main" id="{0D33758B-FE77-5462-EAA0-F396C8E331C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713363" y="3857967"/>
              <a:ext cx="1103283" cy="876366"/>
            </a:xfrm>
            <a:prstGeom prst="bentConnector3">
              <a:avLst>
                <a:gd name="adj1" fmla="val -33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1F8F226-3C3B-FBB0-0255-6A4FED0E951E}"/>
                </a:ext>
              </a:extLst>
            </p:cNvPr>
            <p:cNvSpPr/>
            <p:nvPr/>
          </p:nvSpPr>
          <p:spPr>
            <a:xfrm>
              <a:off x="6784524" y="372683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6C3400E-0028-77F4-A767-67C4A5D8B338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00" y="3118184"/>
              <a:ext cx="1279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B8D2A20C-3BA9-A4F5-75D0-9A1B4ECB1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6C3CD844-774D-1816-8049-2B0D4AD5019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306C091-A8DB-3B6B-BE65-5CCF727F58DC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CB3B1DE2-E8DC-87E3-7EB8-1950448A8E7B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BF1A00B-24EC-8B54-1DC0-0CC0FF051135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19FA71C-8B82-B1BC-330F-E0BCA0F8A6A3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FE5305DF-7819-A16C-8584-557FD6619EBA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EDAC4134-9B85-6B35-8E1C-9B217E49DC03}"/>
              </a:ext>
            </a:extLst>
          </p:cNvPr>
          <p:cNvSpPr txBox="1"/>
          <p:nvPr/>
        </p:nvSpPr>
        <p:spPr>
          <a:xfrm>
            <a:off x="6277066" y="25968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6580A10-7644-5112-1DFA-CABF5C721DA3}"/>
              </a:ext>
            </a:extLst>
          </p:cNvPr>
          <p:cNvSpPr txBox="1"/>
          <p:nvPr/>
        </p:nvSpPr>
        <p:spPr>
          <a:xfrm>
            <a:off x="3320362" y="394774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C2BF817-3D15-241A-B79A-435CB8F0090D}"/>
              </a:ext>
            </a:extLst>
          </p:cNvPr>
          <p:cNvSpPr txBox="1"/>
          <p:nvPr/>
        </p:nvSpPr>
        <p:spPr>
          <a:xfrm>
            <a:off x="4420207" y="3944506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12493-8368-F2BA-AC02-88FA4A92A057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7B2F32-6E7C-48C0-1D41-4CC8B7492A39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08F1E1-3AEA-FC1C-4EAC-76CD565E0473}"/>
              </a:ext>
            </a:extLst>
          </p:cNvPr>
          <p:cNvSpPr/>
          <p:nvPr/>
        </p:nvSpPr>
        <p:spPr>
          <a:xfrm>
            <a:off x="10122197" y="2887680"/>
            <a:ext cx="2189499" cy="259247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5000"/>
                  <a:lumOff val="75000"/>
                  <a:alpha val="10000"/>
                </a:schemeClr>
              </a:gs>
              <a:gs pos="74000">
                <a:srgbClr val="43A1FF"/>
              </a:gs>
              <a:gs pos="83000">
                <a:srgbClr val="2985FD"/>
              </a:gs>
              <a:gs pos="100000">
                <a:srgbClr val="43A1FF"/>
              </a:gs>
            </a:gsLst>
            <a:lin ang="27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406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D4A2CC0-9EB8-F6D0-E0D2-A979285BA5AC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59173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0C256B2-A40A-AB1D-7121-315A301348CF}"/>
              </a:ext>
            </a:extLst>
          </p:cNvPr>
          <p:cNvSpPr txBox="1"/>
          <p:nvPr/>
        </p:nvSpPr>
        <p:spPr>
          <a:xfrm>
            <a:off x="3944834" y="2041777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cxnSp>
        <p:nvCxnSpPr>
          <p:cNvPr id="23" name="Straight Arrow Connector 8">
            <a:extLst>
              <a:ext uri="{FF2B5EF4-FFF2-40B4-BE49-F238E27FC236}">
                <a16:creationId xmlns:a16="http://schemas.microsoft.com/office/drawing/2014/main" id="{382073F7-7C1D-3EE6-3B00-5916B821BF62}"/>
              </a:ext>
            </a:extLst>
          </p:cNvPr>
          <p:cNvCxnSpPr>
            <a:cxnSpLocks/>
          </p:cNvCxnSpPr>
          <p:nvPr/>
        </p:nvCxnSpPr>
        <p:spPr>
          <a:xfrm>
            <a:off x="3007563" y="1347537"/>
            <a:ext cx="5306388" cy="3299401"/>
          </a:xfrm>
          <a:prstGeom prst="bentConnector3">
            <a:avLst>
              <a:gd name="adj1" fmla="val 104308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">
            <a:extLst>
              <a:ext uri="{FF2B5EF4-FFF2-40B4-BE49-F238E27FC236}">
                <a16:creationId xmlns:a16="http://schemas.microsoft.com/office/drawing/2014/main" id="{F520A45B-9545-FA6D-6ED8-D0641F615A92}"/>
              </a:ext>
            </a:extLst>
          </p:cNvPr>
          <p:cNvCxnSpPr>
            <a:cxnSpLocks/>
          </p:cNvCxnSpPr>
          <p:nvPr/>
        </p:nvCxnSpPr>
        <p:spPr>
          <a:xfrm flipV="1">
            <a:off x="8074891" y="5241355"/>
            <a:ext cx="1933734" cy="43831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8">
            <a:extLst>
              <a:ext uri="{FF2B5EF4-FFF2-40B4-BE49-F238E27FC236}">
                <a16:creationId xmlns:a16="http://schemas.microsoft.com/office/drawing/2014/main" id="{1F7BDAC2-1551-1535-BF47-C8EEC4CFED47}"/>
              </a:ext>
            </a:extLst>
          </p:cNvPr>
          <p:cNvCxnSpPr>
            <a:cxnSpLocks/>
          </p:cNvCxnSpPr>
          <p:nvPr/>
        </p:nvCxnSpPr>
        <p:spPr>
          <a:xfrm>
            <a:off x="3879789" y="4451934"/>
            <a:ext cx="4084163" cy="653466"/>
          </a:xfrm>
          <a:prstGeom prst="bentConnector3">
            <a:avLst>
              <a:gd name="adj1" fmla="val 16883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99AF6-1085-6974-873A-63DAC0FC3BE5}"/>
              </a:ext>
            </a:extLst>
          </p:cNvPr>
          <p:cNvSpPr txBox="1"/>
          <p:nvPr/>
        </p:nvSpPr>
        <p:spPr>
          <a:xfrm>
            <a:off x="7433431" y="433706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95F3D-997F-02D0-F64F-9702D448EEF6}"/>
              </a:ext>
            </a:extLst>
          </p:cNvPr>
          <p:cNvSpPr txBox="1"/>
          <p:nvPr/>
        </p:nvSpPr>
        <p:spPr>
          <a:xfrm>
            <a:off x="2851186" y="2815939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878A2D-DEC5-8A03-1289-7FDE317EC649}"/>
              </a:ext>
            </a:extLst>
          </p:cNvPr>
          <p:cNvSpPr txBox="1"/>
          <p:nvPr/>
        </p:nvSpPr>
        <p:spPr>
          <a:xfrm>
            <a:off x="4866046" y="2821842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A82F97-63A1-3DFD-7903-32BD6C37A22B}"/>
              </a:ext>
            </a:extLst>
          </p:cNvPr>
          <p:cNvSpPr txBox="1"/>
          <p:nvPr/>
        </p:nvSpPr>
        <p:spPr>
          <a:xfrm>
            <a:off x="8805732" y="591065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9E219D-8885-8FBD-58BC-DBC0E7975948}"/>
              </a:ext>
            </a:extLst>
          </p:cNvPr>
          <p:cNvSpPr txBox="1"/>
          <p:nvPr/>
        </p:nvSpPr>
        <p:spPr>
          <a:xfrm>
            <a:off x="9392860" y="5254824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</p:spTree>
    <p:extLst>
      <p:ext uri="{BB962C8B-B14F-4D97-AF65-F5344CB8AC3E}">
        <p14:creationId xmlns:p14="http://schemas.microsoft.com/office/powerpoint/2010/main" val="119071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2C2D1-88ED-1BFC-A867-1CD8B3C04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48C9783-30D0-5896-CFDF-A362A345AEF4}"/>
              </a:ext>
            </a:extLst>
          </p:cNvPr>
          <p:cNvGrpSpPr/>
          <p:nvPr/>
        </p:nvGrpSpPr>
        <p:grpSpPr>
          <a:xfrm>
            <a:off x="1232452" y="8547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4B38B321-9623-87A8-3231-A92B4373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9D58366-82D9-6864-ECDF-8DCF06E79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29C0248-1B6F-44D5-2F14-78DE2427F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6F2CDA4-637B-1A5A-FAC1-55BE5020A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57C6DB6-72F2-FBDA-CC56-140113996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9EBA1A4-3A83-B177-959A-866D8065BEF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62425" y="3012409"/>
              <a:ext cx="3017861" cy="207071"/>
            </a:xfrm>
            <a:prstGeom prst="bentConnector3">
              <a:avLst>
                <a:gd name="adj1" fmla="val 9988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6E6A438-0975-AF6B-A7E8-5C2C062F56D9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314693" cy="323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4CBF3F0-013B-A59C-1130-8E953632662B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4088B2A-501B-BB7C-0E06-D9F675DA6E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588426"/>
              <a:ext cx="2166468" cy="9360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A686B9A4-CE82-74D9-DBAB-247B6720B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B366458-176D-10AE-D729-1B4371853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720A72E-DC68-2894-1BEA-6562CBC7F871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0BE5165-D78E-DDFC-B170-CD71C0EE15A1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AAC42B2-6CCD-5DCD-EEF8-56DFEF4FD7C5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0F104B7-1146-63C4-768C-973FD0D44923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D0D22F9-45BB-8BD1-F04E-4CD7D7E7C977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D12A66D-C912-F6BE-53B7-D6EF91A90F07}"/>
                </a:ext>
              </a:extLst>
            </p:cNvPr>
            <p:cNvSpPr/>
            <p:nvPr/>
          </p:nvSpPr>
          <p:spPr>
            <a:xfrm rot="155068">
              <a:off x="7659188" y="482027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E915EEE-9ED0-85DF-A52A-37E932EC2468}"/>
                </a:ext>
              </a:extLst>
            </p:cNvPr>
            <p:cNvSpPr/>
            <p:nvPr/>
          </p:nvSpPr>
          <p:spPr>
            <a:xfrm>
              <a:off x="7806602" y="456658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318FD8C-80CE-9D3F-5B47-8E62434C1BDB}"/>
                </a:ext>
              </a:extLst>
            </p:cNvPr>
            <p:cNvSpPr/>
            <p:nvPr/>
          </p:nvSpPr>
          <p:spPr>
            <a:xfrm>
              <a:off x="8035190" y="307065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4F8199A-A8CE-1920-B68C-43EBE8EF8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5947568" y="1721725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077EB09-4700-0750-42F6-4F3CBD65B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1C7A988-DDA8-E582-AD51-37777F1AF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07C58AF-C197-30E4-3F8A-E3FAB5AF76D8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25FC58E-27C7-7D6F-C4C4-2B60E5A36E67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C1A8D13-2B95-EFF9-D346-B5C5452C4F52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31F5759-A556-2F31-453C-75691A6C51DD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240E1CF-E07A-D206-E966-676EBB3E4F60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BE07B8-C457-A8BC-12B5-3E3763C8290C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D54A43C-DF5E-96E1-35B4-798B4527C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7E9E1FE-5040-A1EC-4F9F-DD0394320D8F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25750E4-093A-2198-7318-95A3259B518E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D612062-9E03-EF3C-6E4C-2CE59BC67FEC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44F10A-9681-A0AE-145C-D1976A54F058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E31477C6-B057-F736-E50A-09CD6377DB1D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2E7D10A-037B-4225-DEF5-6FACBAD13DB8}"/>
                </a:ext>
              </a:extLst>
            </p:cNvPr>
            <p:cNvSpPr/>
            <p:nvPr/>
          </p:nvSpPr>
          <p:spPr>
            <a:xfrm>
              <a:off x="6834673" y="353146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93BD10B-BCB7-2327-FF77-4533DA173F9C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F21B427-94C8-82FA-2AA5-D4FF452F0C55}"/>
                </a:ext>
              </a:extLst>
            </p:cNvPr>
            <p:cNvSpPr/>
            <p:nvPr/>
          </p:nvSpPr>
          <p:spPr>
            <a:xfrm>
              <a:off x="6748645" y="306211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66" name="Straight Connector 37">
              <a:extLst>
                <a:ext uri="{FF2B5EF4-FFF2-40B4-BE49-F238E27FC236}">
                  <a16:creationId xmlns:a16="http://schemas.microsoft.com/office/drawing/2014/main" id="{9392562F-F9F9-CC93-FCB2-21F65687E39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713363" y="3857967"/>
              <a:ext cx="1103283" cy="876366"/>
            </a:xfrm>
            <a:prstGeom prst="bentConnector3">
              <a:avLst>
                <a:gd name="adj1" fmla="val -33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DBD5A4D-15A6-5256-8EE9-0C24327F3A8A}"/>
                </a:ext>
              </a:extLst>
            </p:cNvPr>
            <p:cNvSpPr/>
            <p:nvPr/>
          </p:nvSpPr>
          <p:spPr>
            <a:xfrm>
              <a:off x="6784524" y="372683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A144078-3601-AFAD-AB2F-529B046E1B21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00" y="3118184"/>
              <a:ext cx="1279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BB51DB28-4CBA-77C6-23FD-A4F3F8F3A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6EE4B35A-14E8-FF53-F950-F7860EB06DA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31B996F-21C0-350E-8FB5-F84C02806C1F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A30DE31-D7A6-F277-EF7B-836E6730CDEA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47E9E1A-48A4-6FEB-3383-3BBFE009A314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AC5E9DF7-1B67-CA92-FCC8-5FA24AF60D37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CF5336AB-A210-14D7-20AB-FB21AF029281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2F9DBD11-1A09-F8EA-FC31-F56ABC768C7B}"/>
              </a:ext>
            </a:extLst>
          </p:cNvPr>
          <p:cNvSpPr txBox="1"/>
          <p:nvPr/>
        </p:nvSpPr>
        <p:spPr>
          <a:xfrm>
            <a:off x="6277066" y="25968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9C7A854-FAD2-F04B-1619-4741F83AF7F6}"/>
              </a:ext>
            </a:extLst>
          </p:cNvPr>
          <p:cNvSpPr txBox="1"/>
          <p:nvPr/>
        </p:nvSpPr>
        <p:spPr>
          <a:xfrm>
            <a:off x="3320362" y="394774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9F51607-2D13-818F-D383-04A3AD729017}"/>
              </a:ext>
            </a:extLst>
          </p:cNvPr>
          <p:cNvSpPr txBox="1"/>
          <p:nvPr/>
        </p:nvSpPr>
        <p:spPr>
          <a:xfrm>
            <a:off x="4420207" y="3944506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16E643-823F-EE44-FAC5-DF5DC87BB612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DA7C08-76FD-2FE6-B784-18824FB7AEDD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060751-DE4A-2F05-BB5E-7B604A1CD6C1}"/>
              </a:ext>
            </a:extLst>
          </p:cNvPr>
          <p:cNvSpPr/>
          <p:nvPr/>
        </p:nvSpPr>
        <p:spPr>
          <a:xfrm>
            <a:off x="10122197" y="2887680"/>
            <a:ext cx="2189499" cy="259247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5000"/>
                  <a:lumOff val="75000"/>
                  <a:alpha val="10000"/>
                </a:schemeClr>
              </a:gs>
              <a:gs pos="74000">
                <a:srgbClr val="43A1FF"/>
              </a:gs>
              <a:gs pos="83000">
                <a:srgbClr val="2985FD"/>
              </a:gs>
              <a:gs pos="100000">
                <a:srgbClr val="43A1FF"/>
              </a:gs>
            </a:gsLst>
            <a:lin ang="27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406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B63680F-ADF2-C192-9721-00BB74F6CB1E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270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E4C25E6-1D07-D707-CCD8-30BD08A5505B}"/>
              </a:ext>
            </a:extLst>
          </p:cNvPr>
          <p:cNvSpPr txBox="1"/>
          <p:nvPr/>
        </p:nvSpPr>
        <p:spPr>
          <a:xfrm>
            <a:off x="3944834" y="2041777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01BD1A75-91BA-CBA1-3086-51958FBF58D0}"/>
              </a:ext>
            </a:extLst>
          </p:cNvPr>
          <p:cNvCxnSpPr>
            <a:cxnSpLocks/>
          </p:cNvCxnSpPr>
          <p:nvPr/>
        </p:nvCxnSpPr>
        <p:spPr>
          <a:xfrm>
            <a:off x="3007563" y="1347537"/>
            <a:ext cx="5306388" cy="3299401"/>
          </a:xfrm>
          <a:prstGeom prst="bentConnector3">
            <a:avLst>
              <a:gd name="adj1" fmla="val 104308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8">
            <a:extLst>
              <a:ext uri="{FF2B5EF4-FFF2-40B4-BE49-F238E27FC236}">
                <a16:creationId xmlns:a16="http://schemas.microsoft.com/office/drawing/2014/main" id="{74B200B8-5C42-81D3-1FCF-3DC09A5A5A2F}"/>
              </a:ext>
            </a:extLst>
          </p:cNvPr>
          <p:cNvCxnSpPr>
            <a:cxnSpLocks/>
          </p:cNvCxnSpPr>
          <p:nvPr/>
        </p:nvCxnSpPr>
        <p:spPr>
          <a:xfrm flipV="1">
            <a:off x="8074891" y="5241355"/>
            <a:ext cx="1933734" cy="43831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">
            <a:extLst>
              <a:ext uri="{FF2B5EF4-FFF2-40B4-BE49-F238E27FC236}">
                <a16:creationId xmlns:a16="http://schemas.microsoft.com/office/drawing/2014/main" id="{B63C2DD6-0A5A-E649-FFAE-71A3A9BD2E97}"/>
              </a:ext>
            </a:extLst>
          </p:cNvPr>
          <p:cNvCxnSpPr>
            <a:cxnSpLocks/>
          </p:cNvCxnSpPr>
          <p:nvPr/>
        </p:nvCxnSpPr>
        <p:spPr>
          <a:xfrm>
            <a:off x="3879789" y="4451934"/>
            <a:ext cx="4084163" cy="678537"/>
          </a:xfrm>
          <a:prstGeom prst="bentConnector3">
            <a:avLst>
              <a:gd name="adj1" fmla="val 18749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8">
            <a:extLst>
              <a:ext uri="{FF2B5EF4-FFF2-40B4-BE49-F238E27FC236}">
                <a16:creationId xmlns:a16="http://schemas.microsoft.com/office/drawing/2014/main" id="{37703EAA-6FC9-D5E3-5097-A8C12A2B31FB}"/>
              </a:ext>
            </a:extLst>
          </p:cNvPr>
          <p:cNvCxnSpPr>
            <a:cxnSpLocks/>
          </p:cNvCxnSpPr>
          <p:nvPr/>
        </p:nvCxnSpPr>
        <p:spPr>
          <a:xfrm flipV="1">
            <a:off x="4866741" y="3400253"/>
            <a:ext cx="1941240" cy="962941"/>
          </a:xfrm>
          <a:prstGeom prst="bentConnector3">
            <a:avLst>
              <a:gd name="adj1" fmla="val 38917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8">
            <a:extLst>
              <a:ext uri="{FF2B5EF4-FFF2-40B4-BE49-F238E27FC236}">
                <a16:creationId xmlns:a16="http://schemas.microsoft.com/office/drawing/2014/main" id="{FB51C94B-B37B-29D2-A63A-BE28A6647B70}"/>
              </a:ext>
            </a:extLst>
          </p:cNvPr>
          <p:cNvCxnSpPr>
            <a:cxnSpLocks/>
          </p:cNvCxnSpPr>
          <p:nvPr/>
        </p:nvCxnSpPr>
        <p:spPr>
          <a:xfrm>
            <a:off x="3007563" y="1347537"/>
            <a:ext cx="5222037" cy="1782082"/>
          </a:xfrm>
          <a:prstGeom prst="bentConnector3">
            <a:avLst>
              <a:gd name="adj1" fmla="val 106073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8E442D4-E130-0CD2-CAA6-57374556EE9E}"/>
              </a:ext>
            </a:extLst>
          </p:cNvPr>
          <p:cNvSpPr txBox="1"/>
          <p:nvPr/>
        </p:nvSpPr>
        <p:spPr>
          <a:xfrm>
            <a:off x="5572371" y="3186577"/>
            <a:ext cx="316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IB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01FCA8-EB28-F0DF-3046-CC3D63803EC4}"/>
              </a:ext>
            </a:extLst>
          </p:cNvPr>
          <p:cNvSpPr txBox="1"/>
          <p:nvPr/>
        </p:nvSpPr>
        <p:spPr>
          <a:xfrm>
            <a:off x="5903064" y="4853472"/>
            <a:ext cx="316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IB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B5F8EB-41AA-6E7C-E64F-36C870A255D6}"/>
              </a:ext>
            </a:extLst>
          </p:cNvPr>
          <p:cNvSpPr txBox="1"/>
          <p:nvPr/>
        </p:nvSpPr>
        <p:spPr>
          <a:xfrm>
            <a:off x="7433431" y="433706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4E3870-92D8-6C2A-D8EB-E7945BCEF0A2}"/>
              </a:ext>
            </a:extLst>
          </p:cNvPr>
          <p:cNvSpPr txBox="1"/>
          <p:nvPr/>
        </p:nvSpPr>
        <p:spPr>
          <a:xfrm>
            <a:off x="2851186" y="2815939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F062D2-981C-3F86-D0F1-6C09F1F224DB}"/>
              </a:ext>
            </a:extLst>
          </p:cNvPr>
          <p:cNvSpPr txBox="1"/>
          <p:nvPr/>
        </p:nvSpPr>
        <p:spPr>
          <a:xfrm>
            <a:off x="4866046" y="2821842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23F818-2B41-AA20-D597-38A241911392}"/>
              </a:ext>
            </a:extLst>
          </p:cNvPr>
          <p:cNvSpPr txBox="1"/>
          <p:nvPr/>
        </p:nvSpPr>
        <p:spPr>
          <a:xfrm>
            <a:off x="8805732" y="591065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F8E903-2859-FB5C-3AE3-805C9F44233A}"/>
              </a:ext>
            </a:extLst>
          </p:cNvPr>
          <p:cNvSpPr txBox="1"/>
          <p:nvPr/>
        </p:nvSpPr>
        <p:spPr>
          <a:xfrm>
            <a:off x="9392860" y="5254824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</p:spTree>
    <p:extLst>
      <p:ext uri="{BB962C8B-B14F-4D97-AF65-F5344CB8AC3E}">
        <p14:creationId xmlns:p14="http://schemas.microsoft.com/office/powerpoint/2010/main" val="414866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E682F-A401-A3E8-01C5-30A1FE3C1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8304B74-9737-E7DE-2458-B0E8CD171B14}"/>
              </a:ext>
            </a:extLst>
          </p:cNvPr>
          <p:cNvGrpSpPr/>
          <p:nvPr/>
        </p:nvGrpSpPr>
        <p:grpSpPr>
          <a:xfrm>
            <a:off x="1232452" y="8547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159ADC2B-B7DC-D225-93AF-FDA7AC42B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66C9161-3CC9-D9E4-CAD0-DB8CC17AB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6D51CD7-5C16-53ED-D6C9-E4F9BD9DD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2330723-D586-443F-C625-DD674B1CB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EAB9EC6-AF47-1375-5C7B-697910D98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B43B4F-B821-248A-C05E-00B01B85F7E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62425" y="3012409"/>
              <a:ext cx="3017861" cy="207071"/>
            </a:xfrm>
            <a:prstGeom prst="bentConnector3">
              <a:avLst>
                <a:gd name="adj1" fmla="val 9988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BED9B8E-332A-5103-B294-44B375871745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314693" cy="323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C6D3C-47C6-05F6-9566-3F931BCE413D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18F3DFB-EEC4-9923-D018-B0F4D78CDE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588426"/>
              <a:ext cx="2166468" cy="9360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5ED7090-504A-0AC5-F01C-8EEF61623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246D142-08EF-DB68-FCEE-03E400276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1221F22-084C-1076-0DCB-96A7420A19B4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A82CF6D-B8CE-2B65-19AC-E03C02735F0A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56C3384-0582-03C8-F832-BCC8AC829D5F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6DF59BB-B760-1406-C64F-DCC756CF5944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6FAE477-B4C4-604B-33F2-D08800F0B4CC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ED576FF-BF46-4B50-C1CE-F2EE912B0723}"/>
                </a:ext>
              </a:extLst>
            </p:cNvPr>
            <p:cNvSpPr/>
            <p:nvPr/>
          </p:nvSpPr>
          <p:spPr>
            <a:xfrm rot="155068">
              <a:off x="7659188" y="482027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14C289E-CF46-3B5E-C0C5-6C7FE3466A9B}"/>
                </a:ext>
              </a:extLst>
            </p:cNvPr>
            <p:cNvSpPr/>
            <p:nvPr/>
          </p:nvSpPr>
          <p:spPr>
            <a:xfrm>
              <a:off x="7806602" y="456658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AD4109A-F5F2-8833-115B-AB863A8C5336}"/>
                </a:ext>
              </a:extLst>
            </p:cNvPr>
            <p:cNvSpPr/>
            <p:nvPr/>
          </p:nvSpPr>
          <p:spPr>
            <a:xfrm>
              <a:off x="8035190" y="307065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6102338-3AB3-B15C-A3E8-3CC097FE5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5947568" y="1721725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4F941A-ED15-7DF0-9A36-9CDA018D8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513376A-0CB6-A52A-9D01-0EF8F8912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D944F7D-29B9-E434-1836-63A9BD28C4B3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8CE3AD9-CF55-3B67-9788-2963A3AC994C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676B885-E8CE-3D33-1A56-0FF93064B9E2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CC38A27-BAE3-8289-F1FB-588521E80631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433AF1C-8AC1-8164-A25D-47C6F4538F9B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3C8FD9-726E-8F0A-2360-4B0CC04669E6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DD6D924-89B0-AB20-BE58-988E0CC7D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4408BEF-541C-BE66-EAA7-B7D3151B3BF9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AD9F383-DA14-145A-31E5-3192BB20A2A9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2A4A2F4-0CD2-EB52-BC1C-8E3CEB3F7DB3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7CA78E3-B6D8-2A5C-781A-778A846CCBB4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8516D6EB-E2EF-36C5-2E04-97323810AF22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53E1FFA-3724-DBD4-7B56-D013181B36CE}"/>
                </a:ext>
              </a:extLst>
            </p:cNvPr>
            <p:cNvSpPr/>
            <p:nvPr/>
          </p:nvSpPr>
          <p:spPr>
            <a:xfrm>
              <a:off x="6834673" y="353146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5CDADA1-7DC7-A08C-976F-276CCDC60303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58402B0-CDEE-8671-D421-4D3B7152A060}"/>
                </a:ext>
              </a:extLst>
            </p:cNvPr>
            <p:cNvSpPr/>
            <p:nvPr/>
          </p:nvSpPr>
          <p:spPr>
            <a:xfrm>
              <a:off x="6748645" y="306211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66" name="Straight Connector 37">
              <a:extLst>
                <a:ext uri="{FF2B5EF4-FFF2-40B4-BE49-F238E27FC236}">
                  <a16:creationId xmlns:a16="http://schemas.microsoft.com/office/drawing/2014/main" id="{E6C101A4-140A-D8DB-0690-2E4C9A5EC0C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713363" y="3857967"/>
              <a:ext cx="1103283" cy="876366"/>
            </a:xfrm>
            <a:prstGeom prst="bentConnector3">
              <a:avLst>
                <a:gd name="adj1" fmla="val -33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EECFADE-E047-2A9F-8F30-115058398D54}"/>
                </a:ext>
              </a:extLst>
            </p:cNvPr>
            <p:cNvSpPr/>
            <p:nvPr/>
          </p:nvSpPr>
          <p:spPr>
            <a:xfrm>
              <a:off x="6784524" y="372683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CDDD03E-6B90-8D78-08EF-3A5FF44718D3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00" y="3118184"/>
              <a:ext cx="1279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67E6DAE-E3C4-76F5-109B-61B445766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5B280F6C-DC13-CE0A-1B83-FAEC02E12D5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294497A-A93D-E4C3-8141-8D4A69A26179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6D08DB2-0100-0771-DDDC-96CE49B08C2E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6074240-B907-8A4D-B8F0-5CF7A35CD988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D20440A-F64B-01AE-BD12-18EE087BCB35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C8F6142B-9160-E2A7-0BFC-351520DDB993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847318F1-1215-A7C8-FB37-445C3A217939}"/>
              </a:ext>
            </a:extLst>
          </p:cNvPr>
          <p:cNvSpPr txBox="1"/>
          <p:nvPr/>
        </p:nvSpPr>
        <p:spPr>
          <a:xfrm>
            <a:off x="6277066" y="259682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3833A34-C62C-0795-0E0D-8DA6A80CDAB8}"/>
              </a:ext>
            </a:extLst>
          </p:cNvPr>
          <p:cNvSpPr txBox="1"/>
          <p:nvPr/>
        </p:nvSpPr>
        <p:spPr>
          <a:xfrm>
            <a:off x="3320362" y="394774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0BEEECD-0C8E-FB22-BD61-66AB05B58A69}"/>
              </a:ext>
            </a:extLst>
          </p:cNvPr>
          <p:cNvSpPr txBox="1"/>
          <p:nvPr/>
        </p:nvSpPr>
        <p:spPr>
          <a:xfrm>
            <a:off x="4420207" y="3944506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2B0885-F0C7-F4E7-0375-9C18CDAD0D7E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D2C180-6604-521C-2979-F1D689462B67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87C752-07F7-D799-1BDB-79A5953FFB83}"/>
              </a:ext>
            </a:extLst>
          </p:cNvPr>
          <p:cNvSpPr/>
          <p:nvPr/>
        </p:nvSpPr>
        <p:spPr>
          <a:xfrm>
            <a:off x="10122197" y="2887680"/>
            <a:ext cx="2189499" cy="259247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5000"/>
                  <a:lumOff val="75000"/>
                  <a:alpha val="10000"/>
                </a:schemeClr>
              </a:gs>
              <a:gs pos="74000">
                <a:srgbClr val="43A1FF"/>
              </a:gs>
              <a:gs pos="83000">
                <a:srgbClr val="2985FD"/>
              </a:gs>
              <a:gs pos="100000">
                <a:srgbClr val="43A1FF"/>
              </a:gs>
            </a:gsLst>
            <a:lin ang="27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406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8D8B997-4E97-0BB3-BDF1-0ADF5C6F3BB8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270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DFED952-3E28-9FE5-7E12-B0DC7D88BBF5}"/>
              </a:ext>
            </a:extLst>
          </p:cNvPr>
          <p:cNvSpPr txBox="1"/>
          <p:nvPr/>
        </p:nvSpPr>
        <p:spPr>
          <a:xfrm>
            <a:off x="3944834" y="2041777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60CDDD54-8690-9190-C696-E679C2DF1EBC}"/>
              </a:ext>
            </a:extLst>
          </p:cNvPr>
          <p:cNvCxnSpPr>
            <a:cxnSpLocks/>
          </p:cNvCxnSpPr>
          <p:nvPr/>
        </p:nvCxnSpPr>
        <p:spPr>
          <a:xfrm>
            <a:off x="3007563" y="1347537"/>
            <a:ext cx="5306388" cy="3299401"/>
          </a:xfrm>
          <a:prstGeom prst="bentConnector3">
            <a:avLst>
              <a:gd name="adj1" fmla="val 104308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8">
            <a:extLst>
              <a:ext uri="{FF2B5EF4-FFF2-40B4-BE49-F238E27FC236}">
                <a16:creationId xmlns:a16="http://schemas.microsoft.com/office/drawing/2014/main" id="{944AE154-0153-77A3-7005-B371C0D09D18}"/>
              </a:ext>
            </a:extLst>
          </p:cNvPr>
          <p:cNvCxnSpPr>
            <a:cxnSpLocks/>
          </p:cNvCxnSpPr>
          <p:nvPr/>
        </p:nvCxnSpPr>
        <p:spPr>
          <a:xfrm flipV="1">
            <a:off x="8074891" y="5241355"/>
            <a:ext cx="1933734" cy="43831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8">
            <a:extLst>
              <a:ext uri="{FF2B5EF4-FFF2-40B4-BE49-F238E27FC236}">
                <a16:creationId xmlns:a16="http://schemas.microsoft.com/office/drawing/2014/main" id="{B1B8FCF8-EC9A-0E59-BE79-206BC4AA3604}"/>
              </a:ext>
            </a:extLst>
          </p:cNvPr>
          <p:cNvCxnSpPr>
            <a:cxnSpLocks/>
          </p:cNvCxnSpPr>
          <p:nvPr/>
        </p:nvCxnSpPr>
        <p:spPr>
          <a:xfrm>
            <a:off x="3879789" y="4451934"/>
            <a:ext cx="4084163" cy="678537"/>
          </a:xfrm>
          <a:prstGeom prst="bentConnector3">
            <a:avLst>
              <a:gd name="adj1" fmla="val 18749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8">
            <a:extLst>
              <a:ext uri="{FF2B5EF4-FFF2-40B4-BE49-F238E27FC236}">
                <a16:creationId xmlns:a16="http://schemas.microsoft.com/office/drawing/2014/main" id="{118C59AA-A6CB-2FFD-278B-E0768573D283}"/>
              </a:ext>
            </a:extLst>
          </p:cNvPr>
          <p:cNvCxnSpPr>
            <a:cxnSpLocks/>
          </p:cNvCxnSpPr>
          <p:nvPr/>
        </p:nvCxnSpPr>
        <p:spPr>
          <a:xfrm flipV="1">
            <a:off x="4866741" y="3400253"/>
            <a:ext cx="1941240" cy="962941"/>
          </a:xfrm>
          <a:prstGeom prst="bentConnector3">
            <a:avLst>
              <a:gd name="adj1" fmla="val 38917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8">
            <a:extLst>
              <a:ext uri="{FF2B5EF4-FFF2-40B4-BE49-F238E27FC236}">
                <a16:creationId xmlns:a16="http://schemas.microsoft.com/office/drawing/2014/main" id="{D7A002D9-D6F1-8D9A-25B0-DC8B1B031828}"/>
              </a:ext>
            </a:extLst>
          </p:cNvPr>
          <p:cNvCxnSpPr>
            <a:cxnSpLocks/>
          </p:cNvCxnSpPr>
          <p:nvPr/>
        </p:nvCxnSpPr>
        <p:spPr>
          <a:xfrm>
            <a:off x="3007563" y="1347537"/>
            <a:ext cx="5222037" cy="1782082"/>
          </a:xfrm>
          <a:prstGeom prst="bentConnector3">
            <a:avLst>
              <a:gd name="adj1" fmla="val 106073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0BDDFB6-0D3B-903C-757A-5B8AA0D68DAB}"/>
              </a:ext>
            </a:extLst>
          </p:cNvPr>
          <p:cNvSpPr txBox="1"/>
          <p:nvPr/>
        </p:nvSpPr>
        <p:spPr>
          <a:xfrm>
            <a:off x="5572371" y="3186577"/>
            <a:ext cx="316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IB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6D9C40-B362-3590-AC01-F875CB3A2BFC}"/>
              </a:ext>
            </a:extLst>
          </p:cNvPr>
          <p:cNvSpPr txBox="1"/>
          <p:nvPr/>
        </p:nvSpPr>
        <p:spPr>
          <a:xfrm>
            <a:off x="5903064" y="4853472"/>
            <a:ext cx="316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IB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0A3893-AED0-81F6-64A7-571FD5799BE0}"/>
              </a:ext>
            </a:extLst>
          </p:cNvPr>
          <p:cNvSpPr txBox="1"/>
          <p:nvPr/>
        </p:nvSpPr>
        <p:spPr>
          <a:xfrm>
            <a:off x="7433431" y="4337068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CC5194-B2F8-346D-795A-C7A03D35E52B}"/>
              </a:ext>
            </a:extLst>
          </p:cNvPr>
          <p:cNvSpPr txBox="1"/>
          <p:nvPr/>
        </p:nvSpPr>
        <p:spPr>
          <a:xfrm>
            <a:off x="2851186" y="2815939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23837F-E499-E11D-8275-397A6BAF2C42}"/>
              </a:ext>
            </a:extLst>
          </p:cNvPr>
          <p:cNvSpPr txBox="1"/>
          <p:nvPr/>
        </p:nvSpPr>
        <p:spPr>
          <a:xfrm>
            <a:off x="4866046" y="2821842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DEA082-7D0D-A935-54AB-C975D75C8215}"/>
              </a:ext>
            </a:extLst>
          </p:cNvPr>
          <p:cNvSpPr txBox="1"/>
          <p:nvPr/>
        </p:nvSpPr>
        <p:spPr>
          <a:xfrm>
            <a:off x="8805732" y="591065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9038C4-7664-983E-99BB-907463874DA6}"/>
              </a:ext>
            </a:extLst>
          </p:cNvPr>
          <p:cNvSpPr txBox="1"/>
          <p:nvPr/>
        </p:nvSpPr>
        <p:spPr>
          <a:xfrm>
            <a:off x="9392860" y="5254824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</p:spTree>
    <p:extLst>
      <p:ext uri="{BB962C8B-B14F-4D97-AF65-F5344CB8AC3E}">
        <p14:creationId xmlns:p14="http://schemas.microsoft.com/office/powerpoint/2010/main" val="140448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0C074-495A-9418-B5F1-8F8AD117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DA359ED-6F9F-F073-A751-3CA5AAA0AF96}"/>
              </a:ext>
            </a:extLst>
          </p:cNvPr>
          <p:cNvGrpSpPr/>
          <p:nvPr/>
        </p:nvGrpSpPr>
        <p:grpSpPr>
          <a:xfrm>
            <a:off x="1105992" y="-133915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39859A9-CB3B-D46E-CFFF-27B14E205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1336FBB-BC9B-AFFC-0695-1CCC6C988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F24F0A1-D7E2-D12D-351A-3955F5A2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86614FA-CD8A-828F-A4DE-8B79AD0FF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6C7F793-CB80-5937-9234-03B2BD14E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AE0D8FA-AB22-D272-CC01-87882C975EE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62425" y="3012409"/>
              <a:ext cx="3017861" cy="207071"/>
            </a:xfrm>
            <a:prstGeom prst="bentConnector3">
              <a:avLst>
                <a:gd name="adj1" fmla="val 9988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BF7C4CE-CDB5-5060-9662-E73501BB5C06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314693" cy="3238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129DADF-47AB-D586-12D2-0665D06310D9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335111A-01B9-A390-A034-736B8EDA20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588426"/>
              <a:ext cx="2166468" cy="9360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AEACB6FE-A2C3-6C63-57EC-F69F015A6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9ED1AB2-4114-CEAC-B519-F31CB1EFF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73DFE6D-B3DC-E401-753F-C2B12B5A3A35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6F42A6D-583D-9A21-06C0-E0E3679D1E67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31398E8-EF70-EF97-0022-D1DBCAB414EB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788A82B-2B67-0E08-7176-817E6F9A2A40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FBD3104-2D05-B905-C429-AF7A7C93FC51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D53E4AF-285E-2A72-CA0E-360C3466EA76}"/>
                </a:ext>
              </a:extLst>
            </p:cNvPr>
            <p:cNvSpPr/>
            <p:nvPr/>
          </p:nvSpPr>
          <p:spPr>
            <a:xfrm rot="155068">
              <a:off x="7659188" y="482027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EE4A7FB-D7F7-37AA-A5FB-5E34109F8C93}"/>
                </a:ext>
              </a:extLst>
            </p:cNvPr>
            <p:cNvSpPr/>
            <p:nvPr/>
          </p:nvSpPr>
          <p:spPr>
            <a:xfrm>
              <a:off x="7806602" y="456658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80C5E22-B585-79AF-F2F0-48545DC0D33D}"/>
                </a:ext>
              </a:extLst>
            </p:cNvPr>
            <p:cNvSpPr/>
            <p:nvPr/>
          </p:nvSpPr>
          <p:spPr>
            <a:xfrm>
              <a:off x="8035190" y="307065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F641222-E905-A465-9903-3D19CB25E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5947568" y="1721725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BF889B0-4322-86C9-0EA3-BEEDE797E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CE0787A-6932-6F4D-57A7-37054FE77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DCE57B-E524-7010-77CF-F7C259265943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DC3267-BB33-5F84-7C81-E69FC3E63AFB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0622ED8-44D2-333C-84AF-DED711EDAF46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608BB5-92AF-26EA-E045-A4FB623D0B74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8F91DB6-542E-18F4-EE19-0B1A526F2BEF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3924C11-E51F-9B14-283A-224589BB33B4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A6245A-2C8C-A2D8-565A-C9145918E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BF69CB-EE04-06D9-61E0-45E0D4A65E0A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29B684A-98BA-F3FA-BC9D-0E28CE490AF1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4C43AC4-83BB-3EAD-9D8C-F9D9349EDC49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866CD7B-8DB5-F871-161D-019A62609780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E5951BBC-BBA6-E499-10AD-AA24475D8CD8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D0C3DC4-A0E1-55BE-1EB8-D78A3C4800C0}"/>
                </a:ext>
              </a:extLst>
            </p:cNvPr>
            <p:cNvSpPr/>
            <p:nvPr/>
          </p:nvSpPr>
          <p:spPr>
            <a:xfrm>
              <a:off x="6834673" y="353146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4635504-91A5-4073-AA55-1AB45486D007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F4CCB4B-20BB-1703-BC0F-4C70A7C5B29B}"/>
                </a:ext>
              </a:extLst>
            </p:cNvPr>
            <p:cNvSpPr/>
            <p:nvPr/>
          </p:nvSpPr>
          <p:spPr>
            <a:xfrm>
              <a:off x="6748645" y="306211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66" name="Straight Connector 37">
              <a:extLst>
                <a:ext uri="{FF2B5EF4-FFF2-40B4-BE49-F238E27FC236}">
                  <a16:creationId xmlns:a16="http://schemas.microsoft.com/office/drawing/2014/main" id="{9A2A321E-8AFF-900C-7EE0-F6763AF40DE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713363" y="3857967"/>
              <a:ext cx="1103283" cy="876366"/>
            </a:xfrm>
            <a:prstGeom prst="bentConnector3">
              <a:avLst>
                <a:gd name="adj1" fmla="val -333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6BADAAD-9766-40E1-0C19-BEC7D12AD057}"/>
                </a:ext>
              </a:extLst>
            </p:cNvPr>
            <p:cNvSpPr/>
            <p:nvPr/>
          </p:nvSpPr>
          <p:spPr>
            <a:xfrm>
              <a:off x="6784524" y="372683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05D9BCC-BFC9-6D94-7D1E-9543B014F849}"/>
                </a:ext>
              </a:extLst>
            </p:cNvPr>
            <p:cNvCxnSpPr>
              <a:cxnSpLocks/>
            </p:cNvCxnSpPr>
            <p:nvPr/>
          </p:nvCxnSpPr>
          <p:spPr>
            <a:xfrm>
              <a:off x="6794900" y="3118184"/>
              <a:ext cx="1279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C9A0C07-E448-09F0-224F-9A175EBFF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25FC130B-066B-5B40-B2F0-360591D57D3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27C202D-F159-5658-3013-6445D5C2FB11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690314F-4F9E-BBA7-DF9D-17F2E0AFD27E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F8BEDE1-7B33-F84B-08CF-4FA6D9364306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FBD375D-2540-B428-0136-D30AF75A01DC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1F047EE7-0479-0BA9-68C9-3228B98201AB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676C1C62-EFC0-F56A-4AED-684BA679B80A}"/>
              </a:ext>
            </a:extLst>
          </p:cNvPr>
          <p:cNvSpPr txBox="1"/>
          <p:nvPr/>
        </p:nvSpPr>
        <p:spPr>
          <a:xfrm>
            <a:off x="6117149" y="1600844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C2E423B-0C93-F5F1-FF14-AEE3A06B53CC}"/>
              </a:ext>
            </a:extLst>
          </p:cNvPr>
          <p:cNvSpPr txBox="1"/>
          <p:nvPr/>
        </p:nvSpPr>
        <p:spPr>
          <a:xfrm>
            <a:off x="3160445" y="295177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A8A2901-906A-086D-A9E2-CE914D92F62F}"/>
              </a:ext>
            </a:extLst>
          </p:cNvPr>
          <p:cNvSpPr txBox="1"/>
          <p:nvPr/>
        </p:nvSpPr>
        <p:spPr>
          <a:xfrm>
            <a:off x="4260290" y="2948529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93A285-E3F1-1F77-4D02-82207D8540BC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F1310-DF32-1263-815E-ACB4F71AD1A2}"/>
              </a:ext>
            </a:extLst>
          </p:cNvPr>
          <p:cNvSpPr txBox="1"/>
          <p:nvPr/>
        </p:nvSpPr>
        <p:spPr>
          <a:xfrm>
            <a:off x="5153119" y="192972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OR GATE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078132-4EBA-2FEE-5EC6-74005DA1CE0A}"/>
              </a:ext>
            </a:extLst>
          </p:cNvPr>
          <p:cNvSpPr txBox="1"/>
          <p:nvPr/>
        </p:nvSpPr>
        <p:spPr>
          <a:xfrm>
            <a:off x="3784917" y="1045800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2CFE5A-DB23-FA93-9AB4-3A62FD4759FB}"/>
              </a:ext>
            </a:extLst>
          </p:cNvPr>
          <p:cNvSpPr txBox="1"/>
          <p:nvPr/>
        </p:nvSpPr>
        <p:spPr>
          <a:xfrm>
            <a:off x="7273514" y="3341091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69478-7CA8-3D63-4D27-8DBFAFBF4D6F}"/>
              </a:ext>
            </a:extLst>
          </p:cNvPr>
          <p:cNvSpPr txBox="1"/>
          <p:nvPr/>
        </p:nvSpPr>
        <p:spPr>
          <a:xfrm>
            <a:off x="8645815" y="4914673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5E445A-B367-C8CB-2795-3325AF1A373B}"/>
              </a:ext>
            </a:extLst>
          </p:cNvPr>
          <p:cNvSpPr txBox="1"/>
          <p:nvPr/>
        </p:nvSpPr>
        <p:spPr>
          <a:xfrm>
            <a:off x="9232943" y="4258847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FE2119-1FAF-286F-96FA-78BE3D625EE5}"/>
              </a:ext>
            </a:extLst>
          </p:cNvPr>
          <p:cNvSpPr txBox="1"/>
          <p:nvPr/>
        </p:nvSpPr>
        <p:spPr>
          <a:xfrm>
            <a:off x="326940" y="4896383"/>
            <a:ext cx="841211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 GATE LOGIC USING</a:t>
            </a:r>
          </a:p>
          <a:p>
            <a:r>
              <a:rPr lang="en-US" sz="6000" b="1" dirty="0">
                <a:latin typeface="Segoe UI" panose="020B0502040204020203" pitchFamily="34" charset="0"/>
                <a:cs typeface="Segoe UI" panose="020B0502040204020203" pitchFamily="34" charset="0"/>
              </a:rPr>
              <a:t>BC547</a:t>
            </a:r>
            <a:r>
              <a:rPr lang="en-US" sz="6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TRANSISTORS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2066449-DA4A-AAFD-F9C0-D3E45802C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523482"/>
              </p:ext>
            </p:extLst>
          </p:nvPr>
        </p:nvGraphicFramePr>
        <p:xfrm>
          <a:off x="8645815" y="1188795"/>
          <a:ext cx="2691765" cy="151193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97255">
                  <a:extLst>
                    <a:ext uri="{9D8B030D-6E8A-4147-A177-3AD203B41FA5}">
                      <a16:colId xmlns:a16="http://schemas.microsoft.com/office/drawing/2014/main" val="3769126288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3735186085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335683789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S1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S1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LED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4377278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US" sz="2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OFF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954834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ON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77864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ON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665792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20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ON</a:t>
                      </a:r>
                      <a:endParaRPr lang="en-US" sz="20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9113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122566"/>
      </p:ext>
    </p:extLst>
  </p:cSld>
  <p:clrMapOvr>
    <a:masterClrMapping/>
  </p:clrMapOvr>
  <p:transition spd="slow">
    <p:strips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293</Words>
  <Application>Microsoft Office PowerPoint</Application>
  <PresentationFormat>Widescreen</PresentationFormat>
  <Paragraphs>189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Bahnschrift SemiBold</vt:lpstr>
      <vt:lpstr>Berlin Sans FB</vt:lpstr>
      <vt:lpstr>Berlin Sans FB Demi</vt:lpstr>
      <vt:lpstr>Calibri</vt:lpstr>
      <vt:lpstr>Calibri Light</vt:lpstr>
      <vt:lpstr>Cambria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8</cp:revision>
  <dcterms:created xsi:type="dcterms:W3CDTF">2025-03-17T14:59:17Z</dcterms:created>
  <dcterms:modified xsi:type="dcterms:W3CDTF">2025-05-26T11:45:57Z</dcterms:modified>
</cp:coreProperties>
</file>