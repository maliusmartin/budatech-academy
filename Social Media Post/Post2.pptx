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57B1-7431-AD2F-A651-8F874B66C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9E989-DBC8-2B1B-11F5-4A7108899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983A6-4370-2F47-0ED1-28089D4A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6C507-8B73-1ECD-F834-23F7BE88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03582-3F71-F9C6-73D4-8D2620D0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4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4663-F5DE-A991-4CFD-33FF8B24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579AD-3B8A-4E29-6704-ACD1AA252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A8202-5E30-925B-5512-58AA7AD2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FA14B-F55C-D495-ADA9-3E1711E7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867FD-4053-E54D-327E-052AFF10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7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E189-562F-7ABE-B297-8C1BAEE8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42AEE-54CD-75EA-C0BC-27A90957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9CA72-DDD4-9C28-0E55-56F0EBC1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CC627-5C63-2320-7E6C-33695FE1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05EA0-E74B-94A0-4132-A1CA0F5C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5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2FF6-2BB1-95AE-9432-49D404F2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228B3-3BC5-CF4D-97C7-2B66937FA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681DB-9A3B-E584-4886-A0FB2404E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94F83-EA40-2B92-44AB-43A9A4DF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65E6E-A59D-8401-461F-489ED771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B1B48-A58C-DB3D-839A-C1E560C1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449A-A94D-8400-6B74-7FC8E41E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235DB-71E0-5695-71EA-71DCA637C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F7DCD-2EFF-2B0B-B22F-D6E1D304D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BFD2C-696B-CE26-6FFE-613CB6D61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23823-635E-AC35-C6C1-8021ECE19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291AA-C825-4A3B-FCE6-CA63C091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D1724-81AD-2933-5776-F22B8589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C6D3D-3702-9FFE-7923-B75BC467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3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6171-4829-1C4F-A564-008EB7A1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40D60-7F1E-92EA-1A74-366F3EA9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98D85-6C5F-3522-4D6F-9F165077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9639D-7075-2B97-E320-ECD7CE44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0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D686F-9EFD-5E3C-52C2-B0E8CF37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FB867-93F2-BD75-9FD1-5BB9C1F3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11CEF-FC80-8FEB-37C3-B2B5D7BC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7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C53E-C01F-4389-3D37-5AF32521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400E2-76A9-5A9E-1063-4B1E88282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D3967-D672-A472-1E98-67B74E303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73BFB-FAC1-996A-92F3-34522285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6E099-D14E-2D06-E563-4C5D3D4C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E8D98-A96E-DE20-297C-B8EF1DBA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6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5CD8-277C-2773-AC29-FD7F6ABB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CF395C-95EC-E8AE-3FDD-4F5E7D0AB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DC82D-1D0E-A67A-2DA2-3C6914A6D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8B988-B153-35D3-1B29-B37887F8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0338A-AB8B-7CBE-7372-DEEDFE75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5E6E4-0CCE-E644-8305-18EB9148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2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0F4D-3155-3BBC-BBE2-558E8051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955B3-9973-0CF6-0400-326EA629D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D72DB-E16D-2F5F-AD47-F4D30D0C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F0DB-F70A-EAA5-AE54-A4AFBDC2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32105-175A-F88B-7C04-E53D20F9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3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861C7-1E61-E2FF-AFD5-52BFB0849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66545-BAC3-9157-5709-8A595DF11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5CB30-1C0D-E832-385F-A03847C4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9220E-F372-6852-18E1-8E135EC7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BCF65-2C1D-E346-4150-F1A6647C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BD33C-DA90-63B6-9DA9-8EF2A9FA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C5C91-B538-488E-5A45-42A3B53E2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532F-9BB4-1F24-2352-D8B6DA125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A3836-182F-432A-9548-85C390F3AA1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1BF27-C100-A9B8-920B-75045097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12754-6B7B-4287-BD45-CB7757644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32820-EE6D-4510-BC7B-8DE2AD63A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6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AC14-FDF7-C30A-FB3B-AB00933876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FREE &amp; POWERFUL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2A23E-0888-CF17-AC85-458C17255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4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FREE &amp; POWERFUL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1</cp:revision>
  <dcterms:created xsi:type="dcterms:W3CDTF">2025-04-01T02:49:26Z</dcterms:created>
  <dcterms:modified xsi:type="dcterms:W3CDTF">2025-04-01T02:49:47Z</dcterms:modified>
</cp:coreProperties>
</file>